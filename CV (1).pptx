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sldIdLst>
    <p:sldId id="256" r:id="rId2"/>
    <p:sldId id="259" r:id="rId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>
          <p15:clr>
            <a:srgbClr val="A4A3A4"/>
          </p15:clr>
        </p15:guide>
        <p15:guide id="11" orient="horz" pos="2047">
          <p15:clr>
            <a:srgbClr val="A4A3A4"/>
          </p15:clr>
        </p15:guide>
        <p15:guide id="12" orient="horz" pos="1593">
          <p15:clr>
            <a:srgbClr val="A4A3A4"/>
          </p15:clr>
        </p15:guide>
        <p15:guide id="13" orient="horz" pos="2568">
          <p15:clr>
            <a:srgbClr val="A4A3A4"/>
          </p15:clr>
        </p15:guide>
        <p15:guide id="14" orient="horz" pos="3072">
          <p15:clr>
            <a:srgbClr val="A4A3A4"/>
          </p15:clr>
        </p15:guide>
        <p15:guide id="15" orient="horz" pos="358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CFCE0-40E9-490E-A6FB-9D7063FA4481}" v="2" dt="2025-05-26T15:09:19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08"/>
      </p:cViewPr>
      <p:guideLst>
        <p:guide/>
        <p:guide orient="horz" pos="2047"/>
        <p:guide orient="horz" pos="1593"/>
        <p:guide orient="horz" pos="2568"/>
        <p:guide orient="horz" pos="3072"/>
        <p:guide orient="horz" pos="358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di, Maryem" userId="2bf18513-56d1-44c1-b834-44f93619ae33" providerId="ADAL" clId="{99FCFCE0-40E9-490E-A6FB-9D7063FA4481}"/>
    <pc:docChg chg="undo custSel delSld modSld">
      <pc:chgData name="Hamdi, Maryem" userId="2bf18513-56d1-44c1-b834-44f93619ae33" providerId="ADAL" clId="{99FCFCE0-40E9-490E-A6FB-9D7063FA4481}" dt="2025-05-26T15:12:01.593" v="77" actId="2696"/>
      <pc:docMkLst>
        <pc:docMk/>
      </pc:docMkLst>
      <pc:sldChg chg="delSp modSp mod">
        <pc:chgData name="Hamdi, Maryem" userId="2bf18513-56d1-44c1-b834-44f93619ae33" providerId="ADAL" clId="{99FCFCE0-40E9-490E-A6FB-9D7063FA4481}" dt="2025-05-26T15:09:04.402" v="69" actId="1035"/>
        <pc:sldMkLst>
          <pc:docMk/>
          <pc:sldMk cId="201660241" sldId="256"/>
        </pc:sldMkLst>
        <pc:spChg chg="mod">
          <ac:chgData name="Hamdi, Maryem" userId="2bf18513-56d1-44c1-b834-44f93619ae33" providerId="ADAL" clId="{99FCFCE0-40E9-490E-A6FB-9D7063FA4481}" dt="2025-05-26T15:09:04.402" v="69" actId="1035"/>
          <ac:spMkLst>
            <pc:docMk/>
            <pc:sldMk cId="201660241" sldId="256"/>
            <ac:spMk id="10" creationId="{703E0282-760E-A435-E017-850AF66BDDA9}"/>
          </ac:spMkLst>
        </pc:spChg>
        <pc:spChg chg="mod">
          <ac:chgData name="Hamdi, Maryem" userId="2bf18513-56d1-44c1-b834-44f93619ae33" providerId="ADAL" clId="{99FCFCE0-40E9-490E-A6FB-9D7063FA4481}" dt="2025-05-26T15:09:04.402" v="69" actId="1035"/>
          <ac:spMkLst>
            <pc:docMk/>
            <pc:sldMk cId="201660241" sldId="256"/>
            <ac:spMk id="12" creationId="{CEE7157B-F7DE-3684-D282-22558EF3F6AC}"/>
          </ac:spMkLst>
        </pc:spChg>
        <pc:spChg chg="mod">
          <ac:chgData name="Hamdi, Maryem" userId="2bf18513-56d1-44c1-b834-44f93619ae33" providerId="ADAL" clId="{99FCFCE0-40E9-490E-A6FB-9D7063FA4481}" dt="2025-05-26T15:08:50.126" v="1" actId="20577"/>
          <ac:spMkLst>
            <pc:docMk/>
            <pc:sldMk cId="201660241" sldId="256"/>
            <ac:spMk id="19" creationId="{61B102EE-BD8F-7EAA-F1AF-C16F3A5DC20D}"/>
          </ac:spMkLst>
        </pc:spChg>
        <pc:spChg chg="del">
          <ac:chgData name="Hamdi, Maryem" userId="2bf18513-56d1-44c1-b834-44f93619ae33" providerId="ADAL" clId="{99FCFCE0-40E9-490E-A6FB-9D7063FA4481}" dt="2025-05-26T15:08:53.613" v="2" actId="478"/>
          <ac:spMkLst>
            <pc:docMk/>
            <pc:sldMk cId="201660241" sldId="256"/>
            <ac:spMk id="25" creationId="{3CCB3158-B091-8425-B06D-FF204B370BBA}"/>
          </ac:spMkLst>
        </pc:spChg>
      </pc:sldChg>
      <pc:sldChg chg="modSp mod">
        <pc:chgData name="Hamdi, Maryem" userId="2bf18513-56d1-44c1-b834-44f93619ae33" providerId="ADAL" clId="{99FCFCE0-40E9-490E-A6FB-9D7063FA4481}" dt="2025-05-26T15:10:29.656" v="71" actId="2711"/>
        <pc:sldMkLst>
          <pc:docMk/>
          <pc:sldMk cId="880687899" sldId="259"/>
        </pc:sldMkLst>
        <pc:spChg chg="mod">
          <ac:chgData name="Hamdi, Maryem" userId="2bf18513-56d1-44c1-b834-44f93619ae33" providerId="ADAL" clId="{99FCFCE0-40E9-490E-A6FB-9D7063FA4481}" dt="2025-05-26T15:10:21.821" v="70" actId="2711"/>
          <ac:spMkLst>
            <pc:docMk/>
            <pc:sldMk cId="880687899" sldId="259"/>
            <ac:spMk id="61" creationId="{9C37BFFD-68B3-35EC-024C-122D69DE809E}"/>
          </ac:spMkLst>
        </pc:spChg>
        <pc:spChg chg="mod">
          <ac:chgData name="Hamdi, Maryem" userId="2bf18513-56d1-44c1-b834-44f93619ae33" providerId="ADAL" clId="{99FCFCE0-40E9-490E-A6FB-9D7063FA4481}" dt="2025-05-26T15:10:29.656" v="71" actId="2711"/>
          <ac:spMkLst>
            <pc:docMk/>
            <pc:sldMk cId="880687899" sldId="259"/>
            <ac:spMk id="68" creationId="{84E84D25-073E-5BBE-B37F-B462CE8C8DE5}"/>
          </ac:spMkLst>
        </pc:spChg>
      </pc:sldChg>
      <pc:sldChg chg="modSp del mod">
        <pc:chgData name="Hamdi, Maryem" userId="2bf18513-56d1-44c1-b834-44f93619ae33" providerId="ADAL" clId="{99FCFCE0-40E9-490E-A6FB-9D7063FA4481}" dt="2025-05-26T15:12:01.593" v="77" actId="2696"/>
        <pc:sldMkLst>
          <pc:docMk/>
          <pc:sldMk cId="2469312509" sldId="260"/>
        </pc:sldMkLst>
        <pc:spChg chg="mod">
          <ac:chgData name="Hamdi, Maryem" userId="2bf18513-56d1-44c1-b834-44f93619ae33" providerId="ADAL" clId="{99FCFCE0-40E9-490E-A6FB-9D7063FA4481}" dt="2025-05-26T15:10:41.914" v="72" actId="2711"/>
          <ac:spMkLst>
            <pc:docMk/>
            <pc:sldMk cId="2469312509" sldId="260"/>
            <ac:spMk id="11" creationId="{2A684732-D9ED-D270-17F4-E002941CBABE}"/>
          </ac:spMkLst>
        </pc:spChg>
        <pc:spChg chg="mod">
          <ac:chgData name="Hamdi, Maryem" userId="2bf18513-56d1-44c1-b834-44f93619ae33" providerId="ADAL" clId="{99FCFCE0-40E9-490E-A6FB-9D7063FA4481}" dt="2025-05-26T15:11:09.223" v="75" actId="2711"/>
          <ac:spMkLst>
            <pc:docMk/>
            <pc:sldMk cId="2469312509" sldId="260"/>
            <ac:spMk id="19" creationId="{61B102EE-BD8F-7EAA-F1AF-C16F3A5DC20D}"/>
          </ac:spMkLst>
        </pc:spChg>
      </pc:sldChg>
      <pc:sldChg chg="modSp del mod">
        <pc:chgData name="Hamdi, Maryem" userId="2bf18513-56d1-44c1-b834-44f93619ae33" providerId="ADAL" clId="{99FCFCE0-40E9-490E-A6FB-9D7063FA4481}" dt="2025-05-26T15:12:01.593" v="77" actId="2696"/>
        <pc:sldMkLst>
          <pc:docMk/>
          <pc:sldMk cId="266184024" sldId="261"/>
        </pc:sldMkLst>
        <pc:spChg chg="mod">
          <ac:chgData name="Hamdi, Maryem" userId="2bf18513-56d1-44c1-b834-44f93619ae33" providerId="ADAL" clId="{99FCFCE0-40E9-490E-A6FB-9D7063FA4481}" dt="2025-05-26T15:11:23.837" v="76" actId="2711"/>
          <ac:spMkLst>
            <pc:docMk/>
            <pc:sldMk cId="266184024" sldId="261"/>
            <ac:spMk id="33" creationId="{E916646E-5DD2-D4EC-BB6C-EB6332C0F0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672787"/>
            <a:ext cx="4910321" cy="46404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1651" y="6393080"/>
            <a:ext cx="4910321" cy="26172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noProof="0" dirty="0"/>
              <a:t>Direction propriétaire du document</a:t>
            </a:r>
          </a:p>
        </p:txBody>
      </p:sp>
      <p:sp>
        <p:nvSpPr>
          <p:cNvPr id="16" name="Footer Placeholder 8">
            <a:extLst>
              <a:ext uri="{FF2B5EF4-FFF2-40B4-BE49-F238E27FC236}">
                <a16:creationId xmlns:a16="http://schemas.microsoft.com/office/drawing/2014/main" id="{A372D284-74D9-43D5-91AA-28AFBADBA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89549" y="6516301"/>
            <a:ext cx="46962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fr-FR" sz="900"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A61CD9C7-4E50-433E-B832-DF6CFB43D0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9549" y="5216987"/>
            <a:ext cx="2985226" cy="1093285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000"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r>
              <a:rPr lang="fr-FR" noProof="0" dirty="0"/>
              <a:t>« Destinataire(s): Destinataire1; Destinataire2 »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31C6C3-EF93-2D0B-F791-13FC01B4F7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6000" y="5328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95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 - Blac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672787"/>
            <a:ext cx="4910321" cy="46404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1651" y="6393080"/>
            <a:ext cx="4910321" cy="26172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noProof="0" dirty="0"/>
              <a:t>Direction propriétaire du document</a:t>
            </a:r>
          </a:p>
        </p:txBody>
      </p:sp>
      <p:sp>
        <p:nvSpPr>
          <p:cNvPr id="16" name="Footer Placeholder 8">
            <a:extLst>
              <a:ext uri="{FF2B5EF4-FFF2-40B4-BE49-F238E27FC236}">
                <a16:creationId xmlns:a16="http://schemas.microsoft.com/office/drawing/2014/main" id="{A372D284-74D9-43D5-91AA-28AFBADBA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89549" y="6516301"/>
            <a:ext cx="46962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fr-FR" sz="900"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A61CD9C7-4E50-433E-B832-DF6CFB43D0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9549" y="5216987"/>
            <a:ext cx="2985226" cy="1093285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000"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r>
              <a:rPr lang="fr-FR" noProof="0" dirty="0"/>
              <a:t>« Destinataire(s): Destinataire1; Destinataire2 »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76EF9C-F919-1CC9-E88B-1CFE83D77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6000" y="5328000"/>
            <a:ext cx="1198880" cy="11988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F1C952-F9EA-ABE7-0B3E-7B9AC39BC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00" y="144000"/>
            <a:ext cx="2560320" cy="104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37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8743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CFB2CB-9222-43B9-A6A9-1DA765C7AD1C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216987"/>
            <a:ext cx="4910321" cy="464044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7041CD0-8F40-4197-A1C1-5DE5EFF2B2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1651" y="6393080"/>
            <a:ext cx="4910321" cy="26172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 Light" panose="020F03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noProof="0" dirty="0"/>
              <a:t>Direction propriétaire du document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18C1E209-726D-4A54-9C78-456911AD7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89549" y="6516301"/>
            <a:ext cx="46962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fr-FR" sz="90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03D48CF9-0B8A-4EBA-8C14-5213422BB9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9549" y="5216987"/>
            <a:ext cx="2985226" cy="1093285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000"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r>
              <a:rPr lang="fr-FR" noProof="0" dirty="0"/>
              <a:t>« Destinataire(s): Destinataire1; Destinataire2 »</a:t>
            </a:r>
          </a:p>
        </p:txBody>
      </p:sp>
    </p:spTree>
    <p:extLst>
      <p:ext uri="{BB962C8B-B14F-4D97-AF65-F5344CB8AC3E}">
        <p14:creationId xmlns:p14="http://schemas.microsoft.com/office/powerpoint/2010/main" val="34764978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48" y="1762169"/>
            <a:ext cx="1054080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48" y="3503429"/>
            <a:ext cx="105408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7DAD99-65A0-4182-8686-17BC3CD14E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419761-B806-4121-9965-B10A9714B3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041E8-EE58-4D40-B7D9-FF50118056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516477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501649" y="1777260"/>
            <a:ext cx="1054080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49" y="3488338"/>
            <a:ext cx="105408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EF3F5A-E5BF-4B0A-9DE9-BC3C707851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EA755B-8F6F-4B9B-B0BD-92A48E9690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92A54-D1E1-4FC4-A11D-2BD56155EF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501648" y="1774572"/>
            <a:ext cx="1054080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48" y="3491025"/>
            <a:ext cx="105408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7FD0EE-9601-4F3C-895C-A7E30E06D9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4AEFD6-FAA7-4D82-9279-EB60D27EF7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D5825-0884-4DD7-87C5-1EF325794B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0A2CA9-2B8E-4C4F-8A4E-652320D11E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8743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355333"/>
            <a:ext cx="10418233" cy="718555"/>
          </a:xfrm>
        </p:spPr>
        <p:txBody>
          <a:bodyPr anchor="b"/>
          <a:lstStyle>
            <a:lvl1pPr>
              <a:lnSpc>
                <a:spcPct val="95000"/>
              </a:lnSpc>
              <a:defRPr sz="32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1073888"/>
            <a:ext cx="10418233" cy="71855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2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36F0BD-DA91-47EE-948C-DFB8C03535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95E6B8-B527-4896-9225-7B39E709C3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9B1EB-B4DF-4FEA-B50A-503E6839E0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1932881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31E1F1-AD0D-4A09-8AFF-49DD92DDAF3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9628B-F0FD-4370-9576-C8D71B6E8C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0BAA-52A5-466C-BA4B-17FC60A873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1639666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49" y="317501"/>
            <a:ext cx="11188700" cy="338554"/>
          </a:xfrm>
        </p:spPr>
        <p:txBody>
          <a:bodyPr>
            <a:spAutoFit/>
          </a:bodyPr>
          <a:lstStyle/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ACE9A-EDFA-4459-80DC-6BDC645E6E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BCBCE-C140-48EE-8458-57EDC7C08F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ABAE2-53A4-4FEE-894F-29417A65C1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5596417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F561-1796-4484-B9ED-73FCBEA962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68713-6614-488C-A0F2-635870DF10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48AA4-9D38-4F35-A8E2-49AA99CF50A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3755819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49" y="651600"/>
            <a:ext cx="1118870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48" y="317500"/>
            <a:ext cx="11188800" cy="3385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48" y="1626224"/>
            <a:ext cx="11188703" cy="47529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3pPr marL="180000" indent="-180000">
              <a:defRPr/>
            </a:lvl3pPr>
            <a:lvl4pPr marL="360000" indent="-180000">
              <a:defRPr/>
            </a:lvl4pPr>
            <a:lvl5pPr marL="540000" indent="-18000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D408E8-9BBA-462A-9700-60649B088B6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554EE-47D5-4878-B187-9F834B60B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BDF63-064F-4A6E-BA74-23314D91DE1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6047867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0"/>
            <a:ext cx="11188700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4" y="1628776"/>
            <a:ext cx="4112468" cy="47529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22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0"/>
            <a:ext cx="1118869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D2399DA-7479-481E-A255-A8CB70F7274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1649" y="1628776"/>
            <a:ext cx="6505200" cy="4752976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 marL="180000" indent="-180000">
              <a:tabLst>
                <a:tab pos="5029200" algn="r"/>
              </a:tabLst>
              <a:defRPr/>
            </a:lvl3pPr>
            <a:lvl4pPr marL="360000" indent="-180000">
              <a:tabLst>
                <a:tab pos="5029200" algn="r"/>
              </a:tabLst>
              <a:defRPr/>
            </a:lvl4pPr>
            <a:lvl5pPr marL="540000" indent="-180000"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C7918E-0CBE-400A-BB01-6BCB869E216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55FE2-BE66-43B1-AB9A-AE4FB3A4DBC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A8BD0-C25D-4579-8353-0BEA7F6FB28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0635009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748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748" y="317500"/>
            <a:ext cx="11188700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48" y="1998834"/>
            <a:ext cx="3564000" cy="410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fr-FR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48" y="1628775"/>
            <a:ext cx="3562351" cy="356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14070" y="1998834"/>
            <a:ext cx="3564000" cy="410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fr-FR" noProof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13246" y="1628775"/>
            <a:ext cx="3564000" cy="356400"/>
          </a:xfrm>
        </p:spPr>
        <p:txBody>
          <a:bodyPr vert="horz" lIns="0" tIns="0" rIns="0" bIns="0" rtlCol="0">
            <a:normAutofit/>
          </a:bodyPr>
          <a:lstStyle>
            <a:lvl1pPr>
              <a:defRPr lang="en-US" noProof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26493" y="1998834"/>
            <a:ext cx="3563953" cy="410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fr-FR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26493" y="1628775"/>
            <a:ext cx="3563955" cy="356400"/>
          </a:xfrm>
        </p:spPr>
        <p:txBody>
          <a:bodyPr vert="horz" lIns="0" tIns="0" rIns="0" bIns="0" rtlCol="0">
            <a:normAutofit/>
          </a:bodyPr>
          <a:lstStyle>
            <a:lvl1pPr>
              <a:defRPr lang="en-US" noProof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8" y="6121014"/>
            <a:ext cx="111888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830468-F218-48F9-A988-80B639B4552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6A505-8178-488C-84EC-245FA078931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52E8A-9461-4882-AB30-42BF1DEEF098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0932364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749" y="317500"/>
            <a:ext cx="11188700" cy="338554"/>
          </a:xfrm>
        </p:spPr>
        <p:txBody>
          <a:bodyPr>
            <a:spAutoFit/>
          </a:bodyPr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4" name="Rectangle 3"/>
          <p:cNvSpPr/>
          <p:nvPr/>
        </p:nvSpPr>
        <p:spPr>
          <a:xfrm>
            <a:off x="501649" y="170021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3249" y="1700213"/>
            <a:ext cx="54972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1649" y="4065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93249" y="4065173"/>
            <a:ext cx="54972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501649" y="1880213"/>
            <a:ext cx="1968000" cy="1476000"/>
          </a:xfrm>
        </p:spPr>
        <p:txBody>
          <a:bodyPr/>
          <a:lstStyle>
            <a:lvl1pPr algn="ctr"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193249" y="1880213"/>
            <a:ext cx="1968000" cy="1476000"/>
          </a:xfrm>
        </p:spPr>
        <p:txBody>
          <a:bodyPr/>
          <a:lstStyle>
            <a:lvl1pPr algn="ctr"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501649" y="4256213"/>
            <a:ext cx="1968000" cy="1476000"/>
          </a:xfrm>
        </p:spPr>
        <p:txBody>
          <a:bodyPr/>
          <a:lstStyle>
            <a:lvl1pPr algn="ctr"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193249" y="4256213"/>
            <a:ext cx="1968000" cy="1476000"/>
          </a:xfrm>
        </p:spPr>
        <p:txBody>
          <a:bodyPr/>
          <a:lstStyle>
            <a:lvl1pPr algn="ctr"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709649" y="1880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b="0">
                <a:latin typeface="Aptos" panose="020B0004020202020204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403649" y="1880213"/>
            <a:ext cx="32868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b="0">
                <a:latin typeface="Aptos" panose="020B0004020202020204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709649" y="4256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b="0">
                <a:latin typeface="Aptos" panose="020B0004020202020204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403649" y="4256213"/>
            <a:ext cx="32868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b="0">
                <a:latin typeface="Aptos" panose="020B0004020202020204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49" y="651600"/>
            <a:ext cx="111888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rgbClr val="575757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CF2FE-5954-4BEA-A04A-EAD3A9101D7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4B625C8-E56D-4BEE-A1A3-DE75C2080D3B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C805871-3349-4D64-9664-46655C54BEEC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4282803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49" y="1851468"/>
            <a:ext cx="5497200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>
              <a:spcAft>
                <a:spcPts val="1000"/>
              </a:spcAft>
              <a:defRPr>
                <a:latin typeface="Aptos" panose="020B0004020202020204" pitchFamily="34" charset="0"/>
              </a:defRPr>
            </a:lvl2pPr>
            <a:lvl3pPr marL="0" indent="0">
              <a:spcAft>
                <a:spcPts val="1000"/>
              </a:spcAft>
              <a:buNone/>
              <a:defRPr>
                <a:latin typeface="Aptos" panose="020B0004020202020204" pitchFamily="34" charset="0"/>
              </a:defRPr>
            </a:lvl3pPr>
            <a:lvl4pPr marL="180000" indent="-180000">
              <a:spcAft>
                <a:spcPts val="1000"/>
              </a:spcAft>
              <a:buFont typeface="Arial" panose="020B0604020202020204" pitchFamily="34" charset="0"/>
              <a:buChar char="•"/>
              <a:defRPr>
                <a:latin typeface="Aptos" panose="020B0004020202020204" pitchFamily="34" charset="0"/>
              </a:defRPr>
            </a:lvl4pPr>
            <a:lvl5pPr marL="360000" indent="-180000">
              <a:spcAft>
                <a:spcPts val="1000"/>
              </a:spcAft>
              <a:defRPr baseline="0">
                <a:latin typeface="Aptos" panose="020B0004020202020204" pitchFamily="34" charset="0"/>
              </a:defRPr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93152" y="1851468"/>
            <a:ext cx="5497200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>
              <a:spcAft>
                <a:spcPts val="1000"/>
              </a:spcAft>
              <a:defRPr>
                <a:latin typeface="Aptos" panose="020B0004020202020204" pitchFamily="34" charset="0"/>
              </a:defRPr>
            </a:lvl2pPr>
            <a:lvl3pPr marL="0" indent="0">
              <a:spcAft>
                <a:spcPts val="1000"/>
              </a:spcAft>
              <a:buNone/>
              <a:defRPr>
                <a:latin typeface="Aptos" panose="020B0004020202020204" pitchFamily="34" charset="0"/>
              </a:defRPr>
            </a:lvl3pPr>
            <a:lvl4pPr marL="180000" indent="-180000">
              <a:spcAft>
                <a:spcPts val="1000"/>
              </a:spcAft>
              <a:buFont typeface="Arial" panose="020B0604020202020204" pitchFamily="34" charset="0"/>
              <a:buChar char="•"/>
              <a:defRPr>
                <a:latin typeface="Aptos" panose="020B0004020202020204" pitchFamily="34" charset="0"/>
              </a:defRPr>
            </a:lvl4pPr>
            <a:lvl5pPr marL="360000" indent="-180000">
              <a:spcAft>
                <a:spcPts val="1000"/>
              </a:spcAft>
              <a:defRPr baseline="0">
                <a:latin typeface="Aptos" panose="020B0004020202020204" pitchFamily="34" charset="0"/>
              </a:defRPr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2"/>
            <a:ext cx="11188700" cy="338554"/>
          </a:xfrm>
        </p:spPr>
        <p:txBody>
          <a:bodyPr>
            <a:spAutoFit/>
          </a:bodyPr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4" name="Rectangle 3"/>
          <p:cNvSpPr/>
          <p:nvPr/>
        </p:nvSpPr>
        <p:spPr>
          <a:xfrm>
            <a:off x="501649" y="1705378"/>
            <a:ext cx="54972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3152" y="1705378"/>
            <a:ext cx="54972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88642" y="1851468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Aptos" panose="020B0004020202020204" pitchFamily="34" charset="0"/>
              </a:defRPr>
            </a:lvl1pPr>
          </a:lstStyle>
          <a:p>
            <a:pPr>
              <a:spcBef>
                <a:spcPct val="0"/>
              </a:spcBef>
            </a:pPr>
            <a:r>
              <a:rPr lang="fr-FR" sz="1200" noProof="0" err="1">
                <a:solidFill>
                  <a:schemeClr val="bg1"/>
                </a:solidFill>
              </a:rPr>
              <a:t>Co-brand</a:t>
            </a:r>
            <a:br>
              <a:rPr lang="fr-FR" sz="1200" noProof="0">
                <a:solidFill>
                  <a:schemeClr val="bg1"/>
                </a:solidFill>
              </a:rPr>
            </a:br>
            <a:r>
              <a:rPr lang="fr-FR" sz="1200" noProof="0">
                <a:solidFill>
                  <a:schemeClr val="bg1"/>
                </a:solidFill>
              </a:rPr>
              <a:t>Logo</a:t>
            </a:r>
          </a:p>
          <a:p>
            <a:endParaRPr lang="fr-FR" noProof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80752" y="1851468"/>
            <a:ext cx="120960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Aptos" panose="020B0004020202020204" pitchFamily="34" charset="0"/>
              </a:defRPr>
            </a:lvl1pPr>
          </a:lstStyle>
          <a:p>
            <a:pPr>
              <a:spcBef>
                <a:spcPct val="0"/>
              </a:spcBef>
            </a:pPr>
            <a:r>
              <a:rPr lang="fr-FR" sz="1200" noProof="0" err="1">
                <a:solidFill>
                  <a:schemeClr val="bg1"/>
                </a:solidFill>
              </a:rPr>
              <a:t>Co-brand</a:t>
            </a:r>
            <a:br>
              <a:rPr lang="fr-FR" sz="1200" noProof="0">
                <a:solidFill>
                  <a:schemeClr val="bg1"/>
                </a:solidFill>
              </a:rPr>
            </a:br>
            <a:r>
              <a:rPr lang="fr-FR" sz="1200" noProof="0">
                <a:solidFill>
                  <a:schemeClr val="bg1"/>
                </a:solidFill>
              </a:rPr>
              <a:t>Logo</a:t>
            </a:r>
          </a:p>
          <a:p>
            <a:endParaRPr lang="fr-FR" noProof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2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rgbClr val="575757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46CFE-2295-4E31-9E56-EB12CE3326E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8FB18A-D236-4D68-A756-331CF12EB04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82EFE8-4AFB-489D-A0DE-334711622880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1359243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824F54BF-2731-45DB-ACF8-1C5937A479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1" y="393162"/>
            <a:ext cx="2163600" cy="2161666"/>
          </a:xfrm>
          <a:prstGeom prst="ellipse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4E4CE5AE-EDE6-47DA-BB3F-CE8BB851D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649" y="6477001"/>
            <a:ext cx="46962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9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1203C264-2664-4C65-9D3B-B8461B75B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0370" y="6477001"/>
            <a:ext cx="2700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fr-FR" sz="90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E378C-680B-4D8F-9CE2-6FF316AAD5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48" y="2865438"/>
            <a:ext cx="3527989" cy="360000"/>
          </a:xfrm>
        </p:spPr>
        <p:txBody>
          <a:bodyPr>
            <a:normAutofit/>
          </a:bodyPr>
          <a:lstStyle>
            <a:lvl1pPr>
              <a:defRPr sz="2000" b="1"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Prénom Nom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C7F9612-729F-47D1-9FD3-1F6A06EE64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1648" y="3272563"/>
            <a:ext cx="3527989" cy="360000"/>
          </a:xfrm>
        </p:spPr>
        <p:txBody>
          <a:bodyPr>
            <a:normAutofit/>
          </a:bodyPr>
          <a:lstStyle>
            <a:lvl1pPr>
              <a:defRPr sz="1800" b="1">
                <a:solidFill>
                  <a:srgbClr val="007680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Fonction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A982542-BE3D-4148-8B89-E73615CAFF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48" y="3679688"/>
            <a:ext cx="3527989" cy="360000"/>
          </a:xfrm>
        </p:spPr>
        <p:txBody>
          <a:bodyPr>
            <a:normAutofit/>
          </a:bodyPr>
          <a:lstStyle>
            <a:lvl1pPr>
              <a:defRPr sz="1600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Activité</a:t>
            </a:r>
          </a:p>
        </p:txBody>
      </p:sp>
      <p:grpSp>
        <p:nvGrpSpPr>
          <p:cNvPr id="13" name="Group 887">
            <a:extLst>
              <a:ext uri="{FF2B5EF4-FFF2-40B4-BE49-F238E27FC236}">
                <a16:creationId xmlns:a16="http://schemas.microsoft.com/office/drawing/2014/main" id="{97F8670C-02BB-47D5-A555-CFD96BB2018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1649" y="4146110"/>
            <a:ext cx="173524" cy="173524"/>
            <a:chOff x="3302" y="3789"/>
            <a:chExt cx="340" cy="340"/>
          </a:xfrm>
          <a:solidFill>
            <a:srgbClr val="009A44"/>
          </a:solidFill>
        </p:grpSpPr>
        <p:sp>
          <p:nvSpPr>
            <p:cNvPr id="14" name="Rectangle 888">
              <a:extLst>
                <a:ext uri="{FF2B5EF4-FFF2-40B4-BE49-F238E27FC236}">
                  <a16:creationId xmlns:a16="http://schemas.microsoft.com/office/drawing/2014/main" id="{CFC6D1EB-56D4-4912-AED5-2D687CF24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" y="3889"/>
              <a:ext cx="58" cy="1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5" name="Freeform 889">
              <a:extLst>
                <a:ext uri="{FF2B5EF4-FFF2-40B4-BE49-F238E27FC236}">
                  <a16:creationId xmlns:a16="http://schemas.microsoft.com/office/drawing/2014/main" id="{7EF8E2DF-5422-42B0-AE7B-3EDB75DA02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2" y="3867"/>
              <a:ext cx="100" cy="184"/>
            </a:xfrm>
            <a:custGeom>
              <a:avLst/>
              <a:gdLst>
                <a:gd name="T0" fmla="*/ 148 w 150"/>
                <a:gd name="T1" fmla="*/ 0 h 277"/>
                <a:gd name="T2" fmla="*/ 2 w 150"/>
                <a:gd name="T3" fmla="*/ 0 h 277"/>
                <a:gd name="T4" fmla="*/ 0 w 150"/>
                <a:gd name="T5" fmla="*/ 0 h 277"/>
                <a:gd name="T6" fmla="*/ 0 w 150"/>
                <a:gd name="T7" fmla="*/ 277 h 277"/>
                <a:gd name="T8" fmla="*/ 0 w 150"/>
                <a:gd name="T9" fmla="*/ 277 h 277"/>
                <a:gd name="T10" fmla="*/ 2 w 150"/>
                <a:gd name="T11" fmla="*/ 277 h 277"/>
                <a:gd name="T12" fmla="*/ 148 w 150"/>
                <a:gd name="T13" fmla="*/ 277 h 277"/>
                <a:gd name="T14" fmla="*/ 150 w 150"/>
                <a:gd name="T15" fmla="*/ 276 h 277"/>
                <a:gd name="T16" fmla="*/ 150 w 150"/>
                <a:gd name="T17" fmla="*/ 0 h 277"/>
                <a:gd name="T18" fmla="*/ 148 w 150"/>
                <a:gd name="T19" fmla="*/ 0 h 277"/>
                <a:gd name="T20" fmla="*/ 75 w 150"/>
                <a:gd name="T21" fmla="*/ 256 h 277"/>
                <a:gd name="T22" fmla="*/ 64 w 150"/>
                <a:gd name="T23" fmla="*/ 245 h 277"/>
                <a:gd name="T24" fmla="*/ 75 w 150"/>
                <a:gd name="T25" fmla="*/ 234 h 277"/>
                <a:gd name="T26" fmla="*/ 86 w 150"/>
                <a:gd name="T27" fmla="*/ 245 h 277"/>
                <a:gd name="T28" fmla="*/ 75 w 150"/>
                <a:gd name="T29" fmla="*/ 256 h 277"/>
                <a:gd name="T30" fmla="*/ 139 w 150"/>
                <a:gd name="T31" fmla="*/ 202 h 277"/>
                <a:gd name="T32" fmla="*/ 128 w 150"/>
                <a:gd name="T33" fmla="*/ 213 h 277"/>
                <a:gd name="T34" fmla="*/ 22 w 150"/>
                <a:gd name="T35" fmla="*/ 213 h 277"/>
                <a:gd name="T36" fmla="*/ 11 w 150"/>
                <a:gd name="T37" fmla="*/ 202 h 277"/>
                <a:gd name="T38" fmla="*/ 11 w 150"/>
                <a:gd name="T39" fmla="*/ 21 h 277"/>
                <a:gd name="T40" fmla="*/ 22 w 150"/>
                <a:gd name="T41" fmla="*/ 10 h 277"/>
                <a:gd name="T42" fmla="*/ 128 w 150"/>
                <a:gd name="T43" fmla="*/ 10 h 277"/>
                <a:gd name="T44" fmla="*/ 139 w 150"/>
                <a:gd name="T45" fmla="*/ 21 h 277"/>
                <a:gd name="T46" fmla="*/ 139 w 150"/>
                <a:gd name="T47" fmla="*/ 202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0" h="277">
                  <a:moveTo>
                    <a:pt x="14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1" y="277"/>
                    <a:pt x="1" y="277"/>
                    <a:pt x="2" y="277"/>
                  </a:cubicBezTo>
                  <a:cubicBezTo>
                    <a:pt x="148" y="277"/>
                    <a:pt x="148" y="277"/>
                    <a:pt x="148" y="277"/>
                  </a:cubicBezTo>
                  <a:cubicBezTo>
                    <a:pt x="149" y="277"/>
                    <a:pt x="150" y="277"/>
                    <a:pt x="150" y="276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49" y="0"/>
                    <a:pt x="148" y="0"/>
                  </a:cubicBezTo>
                  <a:close/>
                  <a:moveTo>
                    <a:pt x="75" y="256"/>
                  </a:moveTo>
                  <a:cubicBezTo>
                    <a:pt x="69" y="256"/>
                    <a:pt x="64" y="251"/>
                    <a:pt x="64" y="245"/>
                  </a:cubicBezTo>
                  <a:cubicBezTo>
                    <a:pt x="64" y="239"/>
                    <a:pt x="69" y="234"/>
                    <a:pt x="75" y="234"/>
                  </a:cubicBezTo>
                  <a:cubicBezTo>
                    <a:pt x="81" y="234"/>
                    <a:pt x="86" y="239"/>
                    <a:pt x="86" y="245"/>
                  </a:cubicBezTo>
                  <a:cubicBezTo>
                    <a:pt x="86" y="251"/>
                    <a:pt x="81" y="256"/>
                    <a:pt x="75" y="256"/>
                  </a:cubicBezTo>
                  <a:close/>
                  <a:moveTo>
                    <a:pt x="139" y="202"/>
                  </a:moveTo>
                  <a:cubicBezTo>
                    <a:pt x="139" y="208"/>
                    <a:pt x="134" y="213"/>
                    <a:pt x="128" y="213"/>
                  </a:cubicBezTo>
                  <a:cubicBezTo>
                    <a:pt x="22" y="213"/>
                    <a:pt x="22" y="213"/>
                    <a:pt x="22" y="213"/>
                  </a:cubicBezTo>
                  <a:cubicBezTo>
                    <a:pt x="16" y="213"/>
                    <a:pt x="11" y="208"/>
                    <a:pt x="11" y="20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6" y="10"/>
                    <a:pt x="22" y="10"/>
                  </a:cubicBezTo>
                  <a:cubicBezTo>
                    <a:pt x="128" y="10"/>
                    <a:pt x="128" y="10"/>
                    <a:pt x="128" y="10"/>
                  </a:cubicBezTo>
                  <a:cubicBezTo>
                    <a:pt x="134" y="10"/>
                    <a:pt x="139" y="15"/>
                    <a:pt x="139" y="21"/>
                  </a:cubicBezTo>
                  <a:lnTo>
                    <a:pt x="139" y="2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6" name="Freeform 890">
              <a:extLst>
                <a:ext uri="{FF2B5EF4-FFF2-40B4-BE49-F238E27FC236}">
                  <a16:creationId xmlns:a16="http://schemas.microsoft.com/office/drawing/2014/main" id="{3AE25BBC-728A-44AC-A3DB-6D5DE321A8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2" y="3789"/>
              <a:ext cx="340" cy="34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352 w 512"/>
                <a:gd name="T11" fmla="*/ 395 h 512"/>
                <a:gd name="T12" fmla="*/ 329 w 512"/>
                <a:gd name="T13" fmla="*/ 416 h 512"/>
                <a:gd name="T14" fmla="*/ 183 w 512"/>
                <a:gd name="T15" fmla="*/ 416 h 512"/>
                <a:gd name="T16" fmla="*/ 160 w 512"/>
                <a:gd name="T17" fmla="*/ 395 h 512"/>
                <a:gd name="T18" fmla="*/ 160 w 512"/>
                <a:gd name="T19" fmla="*/ 118 h 512"/>
                <a:gd name="T20" fmla="*/ 183 w 512"/>
                <a:gd name="T21" fmla="*/ 96 h 512"/>
                <a:gd name="T22" fmla="*/ 329 w 512"/>
                <a:gd name="T23" fmla="*/ 96 h 512"/>
                <a:gd name="T24" fmla="*/ 352 w 512"/>
                <a:gd name="T25" fmla="*/ 118 h 512"/>
                <a:gd name="T26" fmla="*/ 352 w 512"/>
                <a:gd name="T27" fmla="*/ 39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  <a:moveTo>
                    <a:pt x="352" y="395"/>
                  </a:moveTo>
                  <a:cubicBezTo>
                    <a:pt x="352" y="407"/>
                    <a:pt x="342" y="416"/>
                    <a:pt x="329" y="416"/>
                  </a:cubicBezTo>
                  <a:cubicBezTo>
                    <a:pt x="183" y="416"/>
                    <a:pt x="183" y="416"/>
                    <a:pt x="183" y="416"/>
                  </a:cubicBezTo>
                  <a:cubicBezTo>
                    <a:pt x="170" y="416"/>
                    <a:pt x="160" y="407"/>
                    <a:pt x="160" y="395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06"/>
                    <a:pt x="170" y="96"/>
                    <a:pt x="183" y="96"/>
                  </a:cubicBezTo>
                  <a:cubicBezTo>
                    <a:pt x="329" y="96"/>
                    <a:pt x="329" y="96"/>
                    <a:pt x="329" y="96"/>
                  </a:cubicBezTo>
                  <a:cubicBezTo>
                    <a:pt x="342" y="96"/>
                    <a:pt x="352" y="106"/>
                    <a:pt x="352" y="118"/>
                  </a:cubicBezTo>
                  <a:lnTo>
                    <a:pt x="352" y="3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7" name="Freeform 701">
            <a:extLst>
              <a:ext uri="{FF2B5EF4-FFF2-40B4-BE49-F238E27FC236}">
                <a16:creationId xmlns:a16="http://schemas.microsoft.com/office/drawing/2014/main" id="{3FEC3093-4628-4C52-B4D9-05B2E4CB0DA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04526" y="4400292"/>
            <a:ext cx="167770" cy="168262"/>
          </a:xfrm>
          <a:custGeom>
            <a:avLst/>
            <a:gdLst>
              <a:gd name="T0" fmla="*/ 202 w 512"/>
              <a:gd name="T1" fmla="*/ 252 h 512"/>
              <a:gd name="T2" fmla="*/ 117 w 512"/>
              <a:gd name="T3" fmla="*/ 337 h 512"/>
              <a:gd name="T4" fmla="*/ 117 w 512"/>
              <a:gd name="T5" fmla="*/ 173 h 512"/>
              <a:gd name="T6" fmla="*/ 202 w 512"/>
              <a:gd name="T7" fmla="*/ 252 h 512"/>
              <a:gd name="T8" fmla="*/ 378 w 512"/>
              <a:gd name="T9" fmla="*/ 160 h 512"/>
              <a:gd name="T10" fmla="*/ 133 w 512"/>
              <a:gd name="T11" fmla="*/ 160 h 512"/>
              <a:gd name="T12" fmla="*/ 256 w 512"/>
              <a:gd name="T13" fmla="*/ 273 h 512"/>
              <a:gd name="T14" fmla="*/ 378 w 512"/>
              <a:gd name="T15" fmla="*/ 160 h 512"/>
              <a:gd name="T16" fmla="*/ 263 w 512"/>
              <a:gd name="T17" fmla="*/ 295 h 512"/>
              <a:gd name="T18" fmla="*/ 256 w 512"/>
              <a:gd name="T19" fmla="*/ 298 h 512"/>
              <a:gd name="T20" fmla="*/ 248 w 512"/>
              <a:gd name="T21" fmla="*/ 295 h 512"/>
              <a:gd name="T22" fmla="*/ 217 w 512"/>
              <a:gd name="T23" fmla="*/ 267 h 512"/>
              <a:gd name="T24" fmla="*/ 132 w 512"/>
              <a:gd name="T25" fmla="*/ 352 h 512"/>
              <a:gd name="T26" fmla="*/ 379 w 512"/>
              <a:gd name="T27" fmla="*/ 352 h 512"/>
              <a:gd name="T28" fmla="*/ 294 w 512"/>
              <a:gd name="T29" fmla="*/ 267 h 512"/>
              <a:gd name="T30" fmla="*/ 263 w 512"/>
              <a:gd name="T31" fmla="*/ 295 h 512"/>
              <a:gd name="T32" fmla="*/ 512 w 512"/>
              <a:gd name="T33" fmla="*/ 256 h 512"/>
              <a:gd name="T34" fmla="*/ 256 w 512"/>
              <a:gd name="T35" fmla="*/ 512 h 512"/>
              <a:gd name="T36" fmla="*/ 0 w 512"/>
              <a:gd name="T37" fmla="*/ 256 h 512"/>
              <a:gd name="T38" fmla="*/ 256 w 512"/>
              <a:gd name="T39" fmla="*/ 0 h 512"/>
              <a:gd name="T40" fmla="*/ 512 w 512"/>
              <a:gd name="T41" fmla="*/ 256 h 512"/>
              <a:gd name="T42" fmla="*/ 416 w 512"/>
              <a:gd name="T43" fmla="*/ 149 h 512"/>
              <a:gd name="T44" fmla="*/ 405 w 512"/>
              <a:gd name="T45" fmla="*/ 138 h 512"/>
              <a:gd name="T46" fmla="*/ 106 w 512"/>
              <a:gd name="T47" fmla="*/ 138 h 512"/>
              <a:gd name="T48" fmla="*/ 96 w 512"/>
              <a:gd name="T49" fmla="*/ 149 h 512"/>
              <a:gd name="T50" fmla="*/ 96 w 512"/>
              <a:gd name="T51" fmla="*/ 362 h 512"/>
              <a:gd name="T52" fmla="*/ 106 w 512"/>
              <a:gd name="T53" fmla="*/ 373 h 512"/>
              <a:gd name="T54" fmla="*/ 405 w 512"/>
              <a:gd name="T55" fmla="*/ 373 h 512"/>
              <a:gd name="T56" fmla="*/ 416 w 512"/>
              <a:gd name="T57" fmla="*/ 362 h 512"/>
              <a:gd name="T58" fmla="*/ 416 w 512"/>
              <a:gd name="T59" fmla="*/ 149 h 512"/>
              <a:gd name="T60" fmla="*/ 394 w 512"/>
              <a:gd name="T61" fmla="*/ 337 h 512"/>
              <a:gd name="T62" fmla="*/ 394 w 512"/>
              <a:gd name="T63" fmla="*/ 173 h 512"/>
              <a:gd name="T64" fmla="*/ 310 w 512"/>
              <a:gd name="T65" fmla="*/ 252 h 512"/>
              <a:gd name="T66" fmla="*/ 394 w 512"/>
              <a:gd name="T67" fmla="*/ 33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12" h="512">
                <a:moveTo>
                  <a:pt x="202" y="252"/>
                </a:moveTo>
                <a:cubicBezTo>
                  <a:pt x="117" y="337"/>
                  <a:pt x="117" y="337"/>
                  <a:pt x="117" y="337"/>
                </a:cubicBezTo>
                <a:cubicBezTo>
                  <a:pt x="117" y="173"/>
                  <a:pt x="117" y="173"/>
                  <a:pt x="117" y="173"/>
                </a:cubicBezTo>
                <a:lnTo>
                  <a:pt x="202" y="252"/>
                </a:lnTo>
                <a:close/>
                <a:moveTo>
                  <a:pt x="378" y="160"/>
                </a:moveTo>
                <a:cubicBezTo>
                  <a:pt x="133" y="160"/>
                  <a:pt x="133" y="160"/>
                  <a:pt x="133" y="160"/>
                </a:cubicBezTo>
                <a:cubicBezTo>
                  <a:pt x="256" y="273"/>
                  <a:pt x="256" y="273"/>
                  <a:pt x="256" y="273"/>
                </a:cubicBezTo>
                <a:lnTo>
                  <a:pt x="378" y="160"/>
                </a:lnTo>
                <a:close/>
                <a:moveTo>
                  <a:pt x="263" y="295"/>
                </a:moveTo>
                <a:cubicBezTo>
                  <a:pt x="261" y="297"/>
                  <a:pt x="258" y="298"/>
                  <a:pt x="256" y="298"/>
                </a:cubicBezTo>
                <a:cubicBezTo>
                  <a:pt x="253" y="298"/>
                  <a:pt x="250" y="297"/>
                  <a:pt x="248" y="295"/>
                </a:cubicBezTo>
                <a:cubicBezTo>
                  <a:pt x="217" y="267"/>
                  <a:pt x="217" y="267"/>
                  <a:pt x="217" y="267"/>
                </a:cubicBezTo>
                <a:cubicBezTo>
                  <a:pt x="132" y="352"/>
                  <a:pt x="132" y="352"/>
                  <a:pt x="132" y="352"/>
                </a:cubicBezTo>
                <a:cubicBezTo>
                  <a:pt x="379" y="352"/>
                  <a:pt x="379" y="352"/>
                  <a:pt x="379" y="352"/>
                </a:cubicBezTo>
                <a:cubicBezTo>
                  <a:pt x="294" y="267"/>
                  <a:pt x="294" y="267"/>
                  <a:pt x="294" y="267"/>
                </a:cubicBezTo>
                <a:lnTo>
                  <a:pt x="263" y="295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6" y="149"/>
                </a:moveTo>
                <a:cubicBezTo>
                  <a:pt x="416" y="143"/>
                  <a:pt x="411" y="138"/>
                  <a:pt x="405" y="138"/>
                </a:cubicBezTo>
                <a:cubicBezTo>
                  <a:pt x="106" y="138"/>
                  <a:pt x="106" y="138"/>
                  <a:pt x="106" y="138"/>
                </a:cubicBezTo>
                <a:cubicBezTo>
                  <a:pt x="100" y="138"/>
                  <a:pt x="96" y="143"/>
                  <a:pt x="96" y="149"/>
                </a:cubicBezTo>
                <a:cubicBezTo>
                  <a:pt x="96" y="362"/>
                  <a:pt x="96" y="362"/>
                  <a:pt x="96" y="362"/>
                </a:cubicBezTo>
                <a:cubicBezTo>
                  <a:pt x="96" y="368"/>
                  <a:pt x="100" y="373"/>
                  <a:pt x="106" y="373"/>
                </a:cubicBezTo>
                <a:cubicBezTo>
                  <a:pt x="405" y="373"/>
                  <a:pt x="405" y="373"/>
                  <a:pt x="405" y="373"/>
                </a:cubicBezTo>
                <a:cubicBezTo>
                  <a:pt x="411" y="373"/>
                  <a:pt x="416" y="368"/>
                  <a:pt x="416" y="362"/>
                </a:cubicBezTo>
                <a:lnTo>
                  <a:pt x="416" y="149"/>
                </a:lnTo>
                <a:close/>
                <a:moveTo>
                  <a:pt x="394" y="337"/>
                </a:moveTo>
                <a:cubicBezTo>
                  <a:pt x="394" y="173"/>
                  <a:pt x="394" y="173"/>
                  <a:pt x="394" y="173"/>
                </a:cubicBezTo>
                <a:cubicBezTo>
                  <a:pt x="310" y="252"/>
                  <a:pt x="310" y="252"/>
                  <a:pt x="310" y="252"/>
                </a:cubicBezTo>
                <a:lnTo>
                  <a:pt x="394" y="337"/>
                </a:lnTo>
                <a:close/>
              </a:path>
            </a:pathLst>
          </a:custGeom>
          <a:solidFill>
            <a:srgbClr val="009A44"/>
          </a:solidFill>
          <a:ln>
            <a:noFill/>
          </a:ln>
        </p:spPr>
        <p:txBody>
          <a:bodyPr vert="horz" wrap="square" lIns="100796" tIns="50398" rIns="100796" bIns="50398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1709" noProof="0"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FB351BF-C65F-4B9F-80EA-5CC4F0E01D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451" y="4111990"/>
            <a:ext cx="1656000" cy="216000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+33 (0) 0 00 00 00 00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8B8293D-71A2-4332-AF3A-2B93912BC3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451" y="4376423"/>
            <a:ext cx="1656000" cy="216000"/>
          </a:xfrm>
        </p:spPr>
        <p:txBody>
          <a:bodyPr>
            <a:normAutofit/>
          </a:bodyPr>
          <a:lstStyle>
            <a:lvl1pPr>
              <a:defRPr sz="1200" b="0">
                <a:solidFill>
                  <a:srgbClr val="00A3E0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 err="1"/>
              <a:t>email@deloitte.fr</a:t>
            </a:r>
            <a:endParaRPr lang="fr-FR" noProof="0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FDD1B7-37DF-4881-9897-6C2B8A484C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649" y="4773882"/>
            <a:ext cx="3528000" cy="1534129"/>
          </a:xfrm>
        </p:spPr>
        <p:txBody>
          <a:bodyPr>
            <a:normAutofit/>
          </a:bodyPr>
          <a:lstStyle>
            <a:lvl1pPr>
              <a:defRPr sz="1200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Introduction - "Lorem ipsum </a:t>
            </a:r>
            <a:r>
              <a:rPr lang="fr-FR" noProof="0" dirty="0" err="1"/>
              <a:t>dolor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amet</a:t>
            </a:r>
            <a:r>
              <a:rPr lang="fr-FR" noProof="0" dirty="0"/>
              <a:t>, </a:t>
            </a:r>
            <a:r>
              <a:rPr lang="fr-FR" noProof="0" dirty="0" err="1"/>
              <a:t>consectetur</a:t>
            </a:r>
            <a:r>
              <a:rPr lang="fr-FR" noProof="0" dirty="0"/>
              <a:t> </a:t>
            </a:r>
            <a:r>
              <a:rPr lang="fr-FR" noProof="0" dirty="0" err="1"/>
              <a:t>adipiscing</a:t>
            </a:r>
            <a:r>
              <a:rPr lang="fr-FR" noProof="0" dirty="0"/>
              <a:t> </a:t>
            </a:r>
            <a:r>
              <a:rPr lang="fr-FR" noProof="0" dirty="0" err="1"/>
              <a:t>elit</a:t>
            </a:r>
            <a:r>
              <a:rPr lang="fr-FR" noProof="0" dirty="0"/>
              <a:t>, </a:t>
            </a:r>
            <a:r>
              <a:rPr lang="fr-FR" noProof="0" dirty="0" err="1"/>
              <a:t>sed</a:t>
            </a:r>
            <a:r>
              <a:rPr lang="fr-FR" noProof="0" dirty="0"/>
              <a:t> do </a:t>
            </a:r>
            <a:r>
              <a:rPr lang="fr-FR" noProof="0" dirty="0" err="1"/>
              <a:t>eiusmod</a:t>
            </a:r>
            <a:r>
              <a:rPr lang="fr-FR" noProof="0" dirty="0"/>
              <a:t> </a:t>
            </a:r>
            <a:r>
              <a:rPr lang="fr-FR" noProof="0" dirty="0" err="1"/>
              <a:t>tempor</a:t>
            </a:r>
            <a:r>
              <a:rPr lang="fr-FR" noProof="0" dirty="0"/>
              <a:t> </a:t>
            </a:r>
            <a:r>
              <a:rPr lang="fr-FR" noProof="0" dirty="0" err="1"/>
              <a:t>incididunt</a:t>
            </a:r>
            <a:r>
              <a:rPr lang="fr-FR" noProof="0" dirty="0"/>
              <a:t> ut </a:t>
            </a:r>
            <a:r>
              <a:rPr lang="fr-FR" noProof="0" dirty="0" err="1"/>
              <a:t>labore</a:t>
            </a:r>
            <a:r>
              <a:rPr lang="fr-FR" noProof="0" dirty="0"/>
              <a:t> et </a:t>
            </a:r>
            <a:r>
              <a:rPr lang="fr-FR" noProof="0" dirty="0" err="1"/>
              <a:t>dolore</a:t>
            </a:r>
            <a:r>
              <a:rPr lang="fr-FR" noProof="0" dirty="0"/>
              <a:t> magna </a:t>
            </a:r>
            <a:r>
              <a:rPr lang="fr-FR" noProof="0" dirty="0" err="1"/>
              <a:t>aliqua</a:t>
            </a:r>
            <a:r>
              <a:rPr lang="fr-FR" noProof="0" dirty="0"/>
              <a:t>. Ut </a:t>
            </a:r>
            <a:r>
              <a:rPr lang="fr-FR" noProof="0" dirty="0" err="1"/>
              <a:t>enim</a:t>
            </a:r>
            <a:r>
              <a:rPr lang="fr-FR" noProof="0" dirty="0"/>
              <a:t> ad </a:t>
            </a:r>
            <a:r>
              <a:rPr lang="fr-FR" noProof="0" dirty="0" err="1"/>
              <a:t>minim</a:t>
            </a:r>
            <a:r>
              <a:rPr lang="fr-FR" noProof="0" dirty="0"/>
              <a:t> </a:t>
            </a:r>
            <a:r>
              <a:rPr lang="fr-FR" noProof="0" dirty="0" err="1"/>
              <a:t>veniam</a:t>
            </a:r>
            <a:r>
              <a:rPr lang="fr-FR" noProof="0" dirty="0"/>
              <a:t>, </a:t>
            </a:r>
            <a:r>
              <a:rPr lang="fr-FR" noProof="0" dirty="0" err="1"/>
              <a:t>quis</a:t>
            </a:r>
            <a:r>
              <a:rPr lang="fr-FR" noProof="0" dirty="0"/>
              <a:t> </a:t>
            </a:r>
            <a:r>
              <a:rPr lang="fr-FR" noProof="0" dirty="0" err="1"/>
              <a:t>nostrud</a:t>
            </a:r>
            <a:r>
              <a:rPr lang="fr-FR" noProof="0" dirty="0"/>
              <a:t> </a:t>
            </a:r>
            <a:r>
              <a:rPr lang="fr-FR" noProof="0" dirty="0" err="1"/>
              <a:t>exercitation</a:t>
            </a:r>
            <a:r>
              <a:rPr lang="fr-FR" noProof="0" dirty="0"/>
              <a:t> </a:t>
            </a:r>
            <a:r>
              <a:rPr lang="fr-FR" noProof="0" dirty="0" err="1"/>
              <a:t>ullamco</a:t>
            </a:r>
            <a:r>
              <a:rPr lang="fr-FR" noProof="0" dirty="0"/>
              <a:t> </a:t>
            </a:r>
            <a:r>
              <a:rPr lang="fr-FR" noProof="0" dirty="0" err="1"/>
              <a:t>laboris</a:t>
            </a:r>
            <a:r>
              <a:rPr lang="fr-FR" noProof="0" dirty="0"/>
              <a:t> </a:t>
            </a:r>
            <a:r>
              <a:rPr lang="fr-FR" noProof="0" dirty="0" err="1"/>
              <a:t>nisi</a:t>
            </a:r>
            <a:r>
              <a:rPr lang="fr-FR" noProof="0" dirty="0"/>
              <a:t> ut </a:t>
            </a:r>
            <a:r>
              <a:rPr lang="fr-FR" noProof="0" dirty="0" err="1"/>
              <a:t>aliquip</a:t>
            </a:r>
            <a:r>
              <a:rPr lang="fr-FR" noProof="0" dirty="0"/>
              <a:t> ex </a:t>
            </a:r>
            <a:r>
              <a:rPr lang="fr-FR" noProof="0" dirty="0" err="1"/>
              <a:t>ea</a:t>
            </a:r>
            <a:r>
              <a:rPr lang="fr-FR" noProof="0" dirty="0"/>
              <a:t> commodo </a:t>
            </a:r>
            <a:r>
              <a:rPr lang="fr-FR" noProof="0" dirty="0" err="1"/>
              <a:t>consequat</a:t>
            </a:r>
            <a:r>
              <a:rPr lang="fr-FR" noProof="0" dirty="0"/>
              <a:t>. Duis </a:t>
            </a:r>
            <a:r>
              <a:rPr lang="fr-FR" noProof="0" dirty="0" err="1"/>
              <a:t>aute</a:t>
            </a:r>
            <a:r>
              <a:rPr lang="fr-FR" noProof="0" dirty="0"/>
              <a:t> </a:t>
            </a:r>
            <a:r>
              <a:rPr lang="fr-FR" noProof="0" dirty="0" err="1"/>
              <a:t>irure</a:t>
            </a:r>
            <a:r>
              <a:rPr lang="fr-FR" noProof="0" dirty="0"/>
              <a:t> </a:t>
            </a:r>
            <a:r>
              <a:rPr lang="fr-FR" noProof="0" dirty="0" err="1"/>
              <a:t>dolor</a:t>
            </a:r>
            <a:r>
              <a:rPr lang="fr-FR" noProof="0" dirty="0"/>
              <a:t> in </a:t>
            </a:r>
            <a:r>
              <a:rPr lang="fr-FR" noProof="0" dirty="0" err="1"/>
              <a:t>reprehenderit</a:t>
            </a:r>
            <a:r>
              <a:rPr lang="fr-FR" noProof="0" dirty="0"/>
              <a:t> in </a:t>
            </a:r>
            <a:r>
              <a:rPr lang="fr-FR" noProof="0" dirty="0" err="1"/>
              <a:t>voluptate</a:t>
            </a:r>
            <a:r>
              <a:rPr lang="fr-FR" noProof="0" dirty="0"/>
              <a:t> </a:t>
            </a:r>
            <a:r>
              <a:rPr lang="fr-FR" noProof="0" dirty="0" err="1"/>
              <a:t>velit</a:t>
            </a:r>
            <a:r>
              <a:rPr lang="fr-FR" noProof="0" dirty="0"/>
              <a:t> esse </a:t>
            </a:r>
            <a:r>
              <a:rPr lang="fr-FR" noProof="0" dirty="0" err="1"/>
              <a:t>cillum</a:t>
            </a:r>
            <a:r>
              <a:rPr lang="fr-FR" noProof="0" dirty="0"/>
              <a:t> </a:t>
            </a:r>
            <a:r>
              <a:rPr lang="fr-FR" noProof="0" dirty="0" err="1"/>
              <a:t>dolore</a:t>
            </a:r>
            <a:r>
              <a:rPr lang="fr-FR" noProof="0" dirty="0"/>
              <a:t> eu </a:t>
            </a:r>
            <a:r>
              <a:rPr lang="fr-FR" noProof="0" dirty="0" err="1"/>
              <a:t>fugiat</a:t>
            </a:r>
            <a:r>
              <a:rPr lang="fr-FR" noProof="0" dirty="0"/>
              <a:t> </a:t>
            </a:r>
            <a:r>
              <a:rPr lang="fr-FR" noProof="0" dirty="0" err="1"/>
              <a:t>nulla</a:t>
            </a:r>
            <a:r>
              <a:rPr lang="fr-FR" noProof="0" dirty="0"/>
              <a:t> </a:t>
            </a:r>
            <a:r>
              <a:rPr lang="fr-FR" noProof="0" dirty="0" err="1"/>
              <a:t>pariatur</a:t>
            </a:r>
            <a:r>
              <a:rPr lang="fr-FR" noProof="0" dirty="0"/>
              <a:t>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A1DD19E-E4DC-4CA9-8F92-14264622042A}"/>
              </a:ext>
            </a:extLst>
          </p:cNvPr>
          <p:cNvGrpSpPr/>
          <p:nvPr/>
        </p:nvGrpSpPr>
        <p:grpSpPr>
          <a:xfrm>
            <a:off x="4134000" y="393162"/>
            <a:ext cx="3924000" cy="5914849"/>
            <a:chOff x="4223211" y="393162"/>
            <a:chExt cx="2650500" cy="58680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58A562A-F4C8-4E69-95F5-DB5E15346701}"/>
                </a:ext>
              </a:extLst>
            </p:cNvPr>
            <p:cNvCxnSpPr/>
            <p:nvPr/>
          </p:nvCxnSpPr>
          <p:spPr>
            <a:xfrm>
              <a:off x="4223211" y="393162"/>
              <a:ext cx="0" cy="5868000"/>
            </a:xfrm>
            <a:prstGeom prst="line">
              <a:avLst/>
            </a:prstGeom>
            <a:ln>
              <a:solidFill>
                <a:srgbClr val="A7A8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6F2114-FDAE-460D-B25D-EDCF068BE255}"/>
                </a:ext>
              </a:extLst>
            </p:cNvPr>
            <p:cNvCxnSpPr/>
            <p:nvPr/>
          </p:nvCxnSpPr>
          <p:spPr>
            <a:xfrm>
              <a:off x="6873711" y="393162"/>
              <a:ext cx="0" cy="5868000"/>
            </a:xfrm>
            <a:prstGeom prst="line">
              <a:avLst/>
            </a:prstGeom>
            <a:ln>
              <a:solidFill>
                <a:srgbClr val="A7A8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Freeform 564">
            <a:extLst>
              <a:ext uri="{FF2B5EF4-FFF2-40B4-BE49-F238E27FC236}">
                <a16:creationId xmlns:a16="http://schemas.microsoft.com/office/drawing/2014/main" id="{6CB85691-69BD-4459-94ED-722A1B24F7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340250" y="433859"/>
            <a:ext cx="378864" cy="373101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308 w 512"/>
              <a:gd name="T11" fmla="*/ 357 h 512"/>
              <a:gd name="T12" fmla="*/ 298 w 512"/>
              <a:gd name="T13" fmla="*/ 362 h 512"/>
              <a:gd name="T14" fmla="*/ 293 w 512"/>
              <a:gd name="T15" fmla="*/ 361 h 512"/>
              <a:gd name="T16" fmla="*/ 265 w 512"/>
              <a:gd name="T17" fmla="*/ 356 h 512"/>
              <a:gd name="T18" fmla="*/ 240 w 512"/>
              <a:gd name="T19" fmla="*/ 351 h 512"/>
              <a:gd name="T20" fmla="*/ 219 w 512"/>
              <a:gd name="T21" fmla="*/ 318 h 512"/>
              <a:gd name="T22" fmla="*/ 221 w 512"/>
              <a:gd name="T23" fmla="*/ 290 h 512"/>
              <a:gd name="T24" fmla="*/ 240 w 512"/>
              <a:gd name="T25" fmla="*/ 246 h 512"/>
              <a:gd name="T26" fmla="*/ 235 w 512"/>
              <a:gd name="T27" fmla="*/ 191 h 512"/>
              <a:gd name="T28" fmla="*/ 203 w 512"/>
              <a:gd name="T29" fmla="*/ 177 h 512"/>
              <a:gd name="T30" fmla="*/ 170 w 512"/>
              <a:gd name="T31" fmla="*/ 191 h 512"/>
              <a:gd name="T32" fmla="*/ 165 w 512"/>
              <a:gd name="T33" fmla="*/ 246 h 512"/>
              <a:gd name="T34" fmla="*/ 184 w 512"/>
              <a:gd name="T35" fmla="*/ 290 h 512"/>
              <a:gd name="T36" fmla="*/ 185 w 512"/>
              <a:gd name="T37" fmla="*/ 318 h 512"/>
              <a:gd name="T38" fmla="*/ 164 w 512"/>
              <a:gd name="T39" fmla="*/ 351 h 512"/>
              <a:gd name="T40" fmla="*/ 139 w 512"/>
              <a:gd name="T41" fmla="*/ 356 h 512"/>
              <a:gd name="T42" fmla="*/ 111 w 512"/>
              <a:gd name="T43" fmla="*/ 361 h 512"/>
              <a:gd name="T44" fmla="*/ 97 w 512"/>
              <a:gd name="T45" fmla="*/ 357 h 512"/>
              <a:gd name="T46" fmla="*/ 101 w 512"/>
              <a:gd name="T47" fmla="*/ 342 h 512"/>
              <a:gd name="T48" fmla="*/ 137 w 512"/>
              <a:gd name="T49" fmla="*/ 334 h 512"/>
              <a:gd name="T50" fmla="*/ 155 w 512"/>
              <a:gd name="T51" fmla="*/ 331 h 512"/>
              <a:gd name="T52" fmla="*/ 166 w 512"/>
              <a:gd name="T53" fmla="*/ 302 h 512"/>
              <a:gd name="T54" fmla="*/ 144 w 512"/>
              <a:gd name="T55" fmla="*/ 251 h 512"/>
              <a:gd name="T56" fmla="*/ 153 w 512"/>
              <a:gd name="T57" fmla="*/ 177 h 512"/>
              <a:gd name="T58" fmla="*/ 203 w 512"/>
              <a:gd name="T59" fmla="*/ 155 h 512"/>
              <a:gd name="T60" fmla="*/ 251 w 512"/>
              <a:gd name="T61" fmla="*/ 177 h 512"/>
              <a:gd name="T62" fmla="*/ 261 w 512"/>
              <a:gd name="T63" fmla="*/ 251 h 512"/>
              <a:gd name="T64" fmla="*/ 239 w 512"/>
              <a:gd name="T65" fmla="*/ 302 h 512"/>
              <a:gd name="T66" fmla="*/ 250 w 512"/>
              <a:gd name="T67" fmla="*/ 331 h 512"/>
              <a:gd name="T68" fmla="*/ 267 w 512"/>
              <a:gd name="T69" fmla="*/ 334 h 512"/>
              <a:gd name="T70" fmla="*/ 303 w 512"/>
              <a:gd name="T71" fmla="*/ 342 h 512"/>
              <a:gd name="T72" fmla="*/ 308 w 512"/>
              <a:gd name="T73" fmla="*/ 357 h 512"/>
              <a:gd name="T74" fmla="*/ 405 w 512"/>
              <a:gd name="T75" fmla="*/ 288 h 512"/>
              <a:gd name="T76" fmla="*/ 298 w 512"/>
              <a:gd name="T77" fmla="*/ 288 h 512"/>
              <a:gd name="T78" fmla="*/ 288 w 512"/>
              <a:gd name="T79" fmla="*/ 277 h 512"/>
              <a:gd name="T80" fmla="*/ 298 w 512"/>
              <a:gd name="T81" fmla="*/ 266 h 512"/>
              <a:gd name="T82" fmla="*/ 405 w 512"/>
              <a:gd name="T83" fmla="*/ 266 h 512"/>
              <a:gd name="T84" fmla="*/ 416 w 512"/>
              <a:gd name="T85" fmla="*/ 277 h 512"/>
              <a:gd name="T86" fmla="*/ 405 w 512"/>
              <a:gd name="T87" fmla="*/ 288 h 512"/>
              <a:gd name="T88" fmla="*/ 405 w 512"/>
              <a:gd name="T89" fmla="*/ 245 h 512"/>
              <a:gd name="T90" fmla="*/ 298 w 512"/>
              <a:gd name="T91" fmla="*/ 245 h 512"/>
              <a:gd name="T92" fmla="*/ 288 w 512"/>
              <a:gd name="T93" fmla="*/ 234 h 512"/>
              <a:gd name="T94" fmla="*/ 298 w 512"/>
              <a:gd name="T95" fmla="*/ 224 h 512"/>
              <a:gd name="T96" fmla="*/ 405 w 512"/>
              <a:gd name="T97" fmla="*/ 224 h 512"/>
              <a:gd name="T98" fmla="*/ 416 w 512"/>
              <a:gd name="T99" fmla="*/ 234 h 512"/>
              <a:gd name="T100" fmla="*/ 405 w 512"/>
              <a:gd name="T101" fmla="*/ 245 h 512"/>
              <a:gd name="T102" fmla="*/ 405 w 512"/>
              <a:gd name="T103" fmla="*/ 202 h 512"/>
              <a:gd name="T104" fmla="*/ 298 w 512"/>
              <a:gd name="T105" fmla="*/ 202 h 512"/>
              <a:gd name="T106" fmla="*/ 288 w 512"/>
              <a:gd name="T107" fmla="*/ 192 h 512"/>
              <a:gd name="T108" fmla="*/ 298 w 512"/>
              <a:gd name="T109" fmla="*/ 181 h 512"/>
              <a:gd name="T110" fmla="*/ 405 w 512"/>
              <a:gd name="T111" fmla="*/ 181 h 512"/>
              <a:gd name="T112" fmla="*/ 416 w 512"/>
              <a:gd name="T113" fmla="*/ 192 h 512"/>
              <a:gd name="T114" fmla="*/ 405 w 512"/>
              <a:gd name="T115" fmla="*/ 20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08" y="357"/>
                </a:moveTo>
                <a:cubicBezTo>
                  <a:pt x="306" y="360"/>
                  <a:pt x="302" y="362"/>
                  <a:pt x="298" y="362"/>
                </a:cubicBezTo>
                <a:cubicBezTo>
                  <a:pt x="296" y="362"/>
                  <a:pt x="295" y="362"/>
                  <a:pt x="293" y="361"/>
                </a:cubicBezTo>
                <a:cubicBezTo>
                  <a:pt x="286" y="357"/>
                  <a:pt x="275" y="356"/>
                  <a:pt x="265" y="356"/>
                </a:cubicBezTo>
                <a:cubicBezTo>
                  <a:pt x="255" y="355"/>
                  <a:pt x="247" y="354"/>
                  <a:pt x="240" y="351"/>
                </a:cubicBezTo>
                <a:cubicBezTo>
                  <a:pt x="227" y="344"/>
                  <a:pt x="221" y="324"/>
                  <a:pt x="219" y="318"/>
                </a:cubicBezTo>
                <a:cubicBezTo>
                  <a:pt x="217" y="309"/>
                  <a:pt x="216" y="297"/>
                  <a:pt x="221" y="290"/>
                </a:cubicBezTo>
                <a:cubicBezTo>
                  <a:pt x="228" y="280"/>
                  <a:pt x="236" y="261"/>
                  <a:pt x="240" y="246"/>
                </a:cubicBezTo>
                <a:cubicBezTo>
                  <a:pt x="246" y="221"/>
                  <a:pt x="244" y="202"/>
                  <a:pt x="235" y="191"/>
                </a:cubicBezTo>
                <a:cubicBezTo>
                  <a:pt x="223" y="176"/>
                  <a:pt x="203" y="176"/>
                  <a:pt x="203" y="177"/>
                </a:cubicBezTo>
                <a:cubicBezTo>
                  <a:pt x="202" y="176"/>
                  <a:pt x="181" y="176"/>
                  <a:pt x="170" y="191"/>
                </a:cubicBezTo>
                <a:cubicBezTo>
                  <a:pt x="160" y="202"/>
                  <a:pt x="159" y="221"/>
                  <a:pt x="165" y="246"/>
                </a:cubicBezTo>
                <a:cubicBezTo>
                  <a:pt x="168" y="261"/>
                  <a:pt x="176" y="280"/>
                  <a:pt x="184" y="290"/>
                </a:cubicBezTo>
                <a:cubicBezTo>
                  <a:pt x="189" y="297"/>
                  <a:pt x="187" y="309"/>
                  <a:pt x="185" y="318"/>
                </a:cubicBezTo>
                <a:cubicBezTo>
                  <a:pt x="184" y="324"/>
                  <a:pt x="178" y="344"/>
                  <a:pt x="164" y="351"/>
                </a:cubicBezTo>
                <a:cubicBezTo>
                  <a:pt x="158" y="354"/>
                  <a:pt x="149" y="355"/>
                  <a:pt x="139" y="356"/>
                </a:cubicBezTo>
                <a:cubicBezTo>
                  <a:pt x="129" y="356"/>
                  <a:pt x="118" y="357"/>
                  <a:pt x="111" y="361"/>
                </a:cubicBezTo>
                <a:cubicBezTo>
                  <a:pt x="106" y="364"/>
                  <a:pt x="100" y="362"/>
                  <a:pt x="97" y="357"/>
                </a:cubicBezTo>
                <a:cubicBezTo>
                  <a:pt x="94" y="351"/>
                  <a:pt x="96" y="345"/>
                  <a:pt x="101" y="342"/>
                </a:cubicBezTo>
                <a:cubicBezTo>
                  <a:pt x="112" y="337"/>
                  <a:pt x="125" y="335"/>
                  <a:pt x="137" y="334"/>
                </a:cubicBezTo>
                <a:cubicBezTo>
                  <a:pt x="144" y="334"/>
                  <a:pt x="152" y="333"/>
                  <a:pt x="155" y="331"/>
                </a:cubicBezTo>
                <a:cubicBezTo>
                  <a:pt x="161" y="328"/>
                  <a:pt x="167" y="308"/>
                  <a:pt x="166" y="302"/>
                </a:cubicBezTo>
                <a:cubicBezTo>
                  <a:pt x="157" y="289"/>
                  <a:pt x="148" y="269"/>
                  <a:pt x="144" y="251"/>
                </a:cubicBezTo>
                <a:cubicBezTo>
                  <a:pt x="136" y="219"/>
                  <a:pt x="139" y="194"/>
                  <a:pt x="153" y="177"/>
                </a:cubicBezTo>
                <a:cubicBezTo>
                  <a:pt x="172" y="155"/>
                  <a:pt x="201" y="155"/>
                  <a:pt x="203" y="155"/>
                </a:cubicBezTo>
                <a:cubicBezTo>
                  <a:pt x="203" y="155"/>
                  <a:pt x="233" y="155"/>
                  <a:pt x="251" y="177"/>
                </a:cubicBezTo>
                <a:cubicBezTo>
                  <a:pt x="265" y="194"/>
                  <a:pt x="268" y="219"/>
                  <a:pt x="261" y="251"/>
                </a:cubicBezTo>
                <a:cubicBezTo>
                  <a:pt x="256" y="269"/>
                  <a:pt x="247" y="289"/>
                  <a:pt x="239" y="302"/>
                </a:cubicBezTo>
                <a:cubicBezTo>
                  <a:pt x="237" y="308"/>
                  <a:pt x="243" y="328"/>
                  <a:pt x="250" y="331"/>
                </a:cubicBezTo>
                <a:cubicBezTo>
                  <a:pt x="252" y="333"/>
                  <a:pt x="260" y="334"/>
                  <a:pt x="267" y="334"/>
                </a:cubicBezTo>
                <a:cubicBezTo>
                  <a:pt x="279" y="335"/>
                  <a:pt x="293" y="337"/>
                  <a:pt x="303" y="342"/>
                </a:cubicBezTo>
                <a:cubicBezTo>
                  <a:pt x="308" y="345"/>
                  <a:pt x="310" y="351"/>
                  <a:pt x="308" y="357"/>
                </a:cubicBezTo>
                <a:close/>
                <a:moveTo>
                  <a:pt x="405" y="288"/>
                </a:moveTo>
                <a:cubicBezTo>
                  <a:pt x="298" y="288"/>
                  <a:pt x="298" y="288"/>
                  <a:pt x="298" y="288"/>
                </a:cubicBezTo>
                <a:cubicBezTo>
                  <a:pt x="292" y="288"/>
                  <a:pt x="288" y="283"/>
                  <a:pt x="288" y="277"/>
                </a:cubicBezTo>
                <a:cubicBezTo>
                  <a:pt x="288" y="271"/>
                  <a:pt x="292" y="266"/>
                  <a:pt x="298" y="266"/>
                </a:cubicBezTo>
                <a:cubicBezTo>
                  <a:pt x="405" y="266"/>
                  <a:pt x="405" y="266"/>
                  <a:pt x="405" y="266"/>
                </a:cubicBezTo>
                <a:cubicBezTo>
                  <a:pt x="411" y="266"/>
                  <a:pt x="416" y="271"/>
                  <a:pt x="416" y="277"/>
                </a:cubicBezTo>
                <a:cubicBezTo>
                  <a:pt x="416" y="283"/>
                  <a:pt x="411" y="288"/>
                  <a:pt x="405" y="288"/>
                </a:cubicBezTo>
                <a:close/>
                <a:moveTo>
                  <a:pt x="405" y="245"/>
                </a:moveTo>
                <a:cubicBezTo>
                  <a:pt x="298" y="245"/>
                  <a:pt x="298" y="245"/>
                  <a:pt x="298" y="245"/>
                </a:cubicBezTo>
                <a:cubicBezTo>
                  <a:pt x="292" y="245"/>
                  <a:pt x="288" y="240"/>
                  <a:pt x="288" y="234"/>
                </a:cubicBezTo>
                <a:cubicBezTo>
                  <a:pt x="288" y="228"/>
                  <a:pt x="292" y="224"/>
                  <a:pt x="298" y="224"/>
                </a:cubicBezTo>
                <a:cubicBezTo>
                  <a:pt x="405" y="224"/>
                  <a:pt x="405" y="224"/>
                  <a:pt x="405" y="224"/>
                </a:cubicBezTo>
                <a:cubicBezTo>
                  <a:pt x="411" y="224"/>
                  <a:pt x="416" y="228"/>
                  <a:pt x="416" y="234"/>
                </a:cubicBezTo>
                <a:cubicBezTo>
                  <a:pt x="416" y="240"/>
                  <a:pt x="411" y="245"/>
                  <a:pt x="405" y="245"/>
                </a:cubicBezTo>
                <a:close/>
                <a:moveTo>
                  <a:pt x="405" y="202"/>
                </a:moveTo>
                <a:cubicBezTo>
                  <a:pt x="298" y="202"/>
                  <a:pt x="298" y="202"/>
                  <a:pt x="298" y="202"/>
                </a:cubicBezTo>
                <a:cubicBezTo>
                  <a:pt x="292" y="202"/>
                  <a:pt x="288" y="198"/>
                  <a:pt x="288" y="192"/>
                </a:cubicBezTo>
                <a:cubicBezTo>
                  <a:pt x="288" y="186"/>
                  <a:pt x="292" y="181"/>
                  <a:pt x="298" y="181"/>
                </a:cubicBezTo>
                <a:cubicBezTo>
                  <a:pt x="405" y="181"/>
                  <a:pt x="405" y="181"/>
                  <a:pt x="405" y="181"/>
                </a:cubicBezTo>
                <a:cubicBezTo>
                  <a:pt x="411" y="181"/>
                  <a:pt x="416" y="186"/>
                  <a:pt x="416" y="192"/>
                </a:cubicBezTo>
                <a:cubicBezTo>
                  <a:pt x="416" y="198"/>
                  <a:pt x="411" y="202"/>
                  <a:pt x="405" y="202"/>
                </a:cubicBezTo>
                <a:close/>
              </a:path>
            </a:pathLst>
          </a:custGeom>
          <a:solidFill>
            <a:srgbClr val="00768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1709" noProof="0">
              <a:solidFill>
                <a:srgbClr val="009A44"/>
              </a:solidFill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7" name="Group 681">
            <a:extLst>
              <a:ext uri="{FF2B5EF4-FFF2-40B4-BE49-F238E27FC236}">
                <a16:creationId xmlns:a16="http://schemas.microsoft.com/office/drawing/2014/main" id="{344B6B00-35E0-41BC-A298-95B2C2FEFAC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40250" y="3835086"/>
            <a:ext cx="378250" cy="373591"/>
            <a:chOff x="6210" y="2696"/>
            <a:chExt cx="340" cy="340"/>
          </a:xfrm>
          <a:solidFill>
            <a:srgbClr val="0097A9"/>
          </a:solidFill>
        </p:grpSpPr>
        <p:sp>
          <p:nvSpPr>
            <p:cNvPr id="28" name="Freeform 682">
              <a:extLst>
                <a:ext uri="{FF2B5EF4-FFF2-40B4-BE49-F238E27FC236}">
                  <a16:creationId xmlns:a16="http://schemas.microsoft.com/office/drawing/2014/main" id="{882682AA-01E1-4111-90EF-37EC448D8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1" y="2911"/>
              <a:ext cx="57" cy="49"/>
            </a:xfrm>
            <a:custGeom>
              <a:avLst/>
              <a:gdLst>
                <a:gd name="T0" fmla="*/ 51 w 85"/>
                <a:gd name="T1" fmla="*/ 3 h 73"/>
                <a:gd name="T2" fmla="*/ 43 w 85"/>
                <a:gd name="T3" fmla="*/ 0 h 73"/>
                <a:gd name="T4" fmla="*/ 34 w 85"/>
                <a:gd name="T5" fmla="*/ 3 h 73"/>
                <a:gd name="T6" fmla="*/ 16 w 85"/>
                <a:gd name="T7" fmla="*/ 9 h 73"/>
                <a:gd name="T8" fmla="*/ 11 w 85"/>
                <a:gd name="T9" fmla="*/ 9 h 73"/>
                <a:gd name="T10" fmla="*/ 0 w 85"/>
                <a:gd name="T11" fmla="*/ 2 h 73"/>
                <a:gd name="T12" fmla="*/ 0 w 85"/>
                <a:gd name="T13" fmla="*/ 73 h 73"/>
                <a:gd name="T14" fmla="*/ 37 w 85"/>
                <a:gd name="T15" fmla="*/ 51 h 73"/>
                <a:gd name="T16" fmla="*/ 48 w 85"/>
                <a:gd name="T17" fmla="*/ 51 h 73"/>
                <a:gd name="T18" fmla="*/ 85 w 85"/>
                <a:gd name="T19" fmla="*/ 73 h 73"/>
                <a:gd name="T20" fmla="*/ 85 w 85"/>
                <a:gd name="T21" fmla="*/ 2 h 73"/>
                <a:gd name="T22" fmla="*/ 75 w 85"/>
                <a:gd name="T23" fmla="*/ 9 h 73"/>
                <a:gd name="T24" fmla="*/ 51 w 85"/>
                <a:gd name="T25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3">
                  <a:moveTo>
                    <a:pt x="51" y="3"/>
                  </a:moveTo>
                  <a:cubicBezTo>
                    <a:pt x="49" y="2"/>
                    <a:pt x="44" y="0"/>
                    <a:pt x="43" y="0"/>
                  </a:cubicBezTo>
                  <a:cubicBezTo>
                    <a:pt x="41" y="0"/>
                    <a:pt x="37" y="2"/>
                    <a:pt x="34" y="3"/>
                  </a:cubicBezTo>
                  <a:cubicBezTo>
                    <a:pt x="29" y="6"/>
                    <a:pt x="23" y="9"/>
                    <a:pt x="16" y="9"/>
                  </a:cubicBezTo>
                  <a:cubicBezTo>
                    <a:pt x="14" y="9"/>
                    <a:pt x="12" y="9"/>
                    <a:pt x="11" y="9"/>
                  </a:cubicBezTo>
                  <a:cubicBezTo>
                    <a:pt x="6" y="7"/>
                    <a:pt x="3" y="5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41" y="49"/>
                    <a:pt x="45" y="49"/>
                    <a:pt x="48" y="51"/>
                  </a:cubicBezTo>
                  <a:cubicBezTo>
                    <a:pt x="85" y="73"/>
                    <a:pt x="85" y="73"/>
                    <a:pt x="85" y="73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2" y="5"/>
                    <a:pt x="79" y="7"/>
                    <a:pt x="75" y="9"/>
                  </a:cubicBezTo>
                  <a:cubicBezTo>
                    <a:pt x="66" y="11"/>
                    <a:pt x="58" y="7"/>
                    <a:pt x="51" y="3"/>
                  </a:cubicBezTo>
                  <a:close/>
                </a:path>
              </a:pathLst>
            </a:custGeom>
            <a:solidFill>
              <a:srgbClr val="0076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9" name="Freeform 683">
              <a:extLst>
                <a:ext uri="{FF2B5EF4-FFF2-40B4-BE49-F238E27FC236}">
                  <a16:creationId xmlns:a16="http://schemas.microsoft.com/office/drawing/2014/main" id="{CB1064F0-60C2-4CD1-A0AF-9D2DF897D3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4" y="2772"/>
              <a:ext cx="132" cy="131"/>
            </a:xfrm>
            <a:custGeom>
              <a:avLst/>
              <a:gdLst>
                <a:gd name="T0" fmla="*/ 188 w 198"/>
                <a:gd name="T1" fmla="*/ 99 h 198"/>
                <a:gd name="T2" fmla="*/ 194 w 198"/>
                <a:gd name="T3" fmla="*/ 81 h 198"/>
                <a:gd name="T4" fmla="*/ 198 w 198"/>
                <a:gd name="T5" fmla="*/ 72 h 198"/>
                <a:gd name="T6" fmla="*/ 190 w 198"/>
                <a:gd name="T7" fmla="*/ 67 h 198"/>
                <a:gd name="T8" fmla="*/ 176 w 198"/>
                <a:gd name="T9" fmla="*/ 54 h 198"/>
                <a:gd name="T10" fmla="*/ 172 w 198"/>
                <a:gd name="T11" fmla="*/ 36 h 198"/>
                <a:gd name="T12" fmla="*/ 171 w 198"/>
                <a:gd name="T13" fmla="*/ 26 h 198"/>
                <a:gd name="T14" fmla="*/ 162 w 198"/>
                <a:gd name="T15" fmla="*/ 25 h 198"/>
                <a:gd name="T16" fmla="*/ 143 w 198"/>
                <a:gd name="T17" fmla="*/ 21 h 198"/>
                <a:gd name="T18" fmla="*/ 131 w 198"/>
                <a:gd name="T19" fmla="*/ 7 h 198"/>
                <a:gd name="T20" fmla="*/ 125 w 198"/>
                <a:gd name="T21" fmla="*/ 0 h 198"/>
                <a:gd name="T22" fmla="*/ 117 w 198"/>
                <a:gd name="T23" fmla="*/ 4 h 198"/>
                <a:gd name="T24" fmla="*/ 99 w 198"/>
                <a:gd name="T25" fmla="*/ 9 h 198"/>
                <a:gd name="T26" fmla="*/ 80 w 198"/>
                <a:gd name="T27" fmla="*/ 5 h 198"/>
                <a:gd name="T28" fmla="*/ 72 w 198"/>
                <a:gd name="T29" fmla="*/ 3 h 198"/>
                <a:gd name="T30" fmla="*/ 72 w 198"/>
                <a:gd name="T31" fmla="*/ 3 h 198"/>
                <a:gd name="T32" fmla="*/ 67 w 198"/>
                <a:gd name="T33" fmla="*/ 9 h 198"/>
                <a:gd name="T34" fmla="*/ 54 w 198"/>
                <a:gd name="T35" fmla="*/ 22 h 198"/>
                <a:gd name="T36" fmla="*/ 35 w 198"/>
                <a:gd name="T37" fmla="*/ 26 h 198"/>
                <a:gd name="T38" fmla="*/ 26 w 198"/>
                <a:gd name="T39" fmla="*/ 27 h 198"/>
                <a:gd name="T40" fmla="*/ 25 w 198"/>
                <a:gd name="T41" fmla="*/ 36 h 198"/>
                <a:gd name="T42" fmla="*/ 21 w 198"/>
                <a:gd name="T43" fmla="*/ 54 h 198"/>
                <a:gd name="T44" fmla="*/ 7 w 198"/>
                <a:gd name="T45" fmla="*/ 67 h 198"/>
                <a:gd name="T46" fmla="*/ 0 w 198"/>
                <a:gd name="T47" fmla="*/ 73 h 198"/>
                <a:gd name="T48" fmla="*/ 3 w 198"/>
                <a:gd name="T49" fmla="*/ 81 h 198"/>
                <a:gd name="T50" fmla="*/ 9 w 198"/>
                <a:gd name="T51" fmla="*/ 99 h 198"/>
                <a:gd name="T52" fmla="*/ 3 w 198"/>
                <a:gd name="T53" fmla="*/ 117 h 198"/>
                <a:gd name="T54" fmla="*/ 0 w 198"/>
                <a:gd name="T55" fmla="*/ 126 h 198"/>
                <a:gd name="T56" fmla="*/ 7 w 198"/>
                <a:gd name="T57" fmla="*/ 131 h 198"/>
                <a:gd name="T58" fmla="*/ 21 w 198"/>
                <a:gd name="T59" fmla="*/ 144 h 198"/>
                <a:gd name="T60" fmla="*/ 25 w 198"/>
                <a:gd name="T61" fmla="*/ 162 h 198"/>
                <a:gd name="T62" fmla="*/ 26 w 198"/>
                <a:gd name="T63" fmla="*/ 172 h 198"/>
                <a:gd name="T64" fmla="*/ 35 w 198"/>
                <a:gd name="T65" fmla="*/ 173 h 198"/>
                <a:gd name="T66" fmla="*/ 54 w 198"/>
                <a:gd name="T67" fmla="*/ 177 h 198"/>
                <a:gd name="T68" fmla="*/ 67 w 198"/>
                <a:gd name="T69" fmla="*/ 191 h 198"/>
                <a:gd name="T70" fmla="*/ 72 w 198"/>
                <a:gd name="T71" fmla="*/ 198 h 198"/>
                <a:gd name="T72" fmla="*/ 80 w 198"/>
                <a:gd name="T73" fmla="*/ 194 h 198"/>
                <a:gd name="T74" fmla="*/ 99 w 198"/>
                <a:gd name="T75" fmla="*/ 189 h 198"/>
                <a:gd name="T76" fmla="*/ 117 w 198"/>
                <a:gd name="T77" fmla="*/ 193 h 198"/>
                <a:gd name="T78" fmla="*/ 125 w 198"/>
                <a:gd name="T79" fmla="*/ 195 h 198"/>
                <a:gd name="T80" fmla="*/ 125 w 198"/>
                <a:gd name="T81" fmla="*/ 195 h 198"/>
                <a:gd name="T82" fmla="*/ 131 w 198"/>
                <a:gd name="T83" fmla="*/ 189 h 198"/>
                <a:gd name="T84" fmla="*/ 143 w 198"/>
                <a:gd name="T85" fmla="*/ 176 h 198"/>
                <a:gd name="T86" fmla="*/ 162 w 198"/>
                <a:gd name="T87" fmla="*/ 172 h 198"/>
                <a:gd name="T88" fmla="*/ 171 w 198"/>
                <a:gd name="T89" fmla="*/ 171 h 198"/>
                <a:gd name="T90" fmla="*/ 172 w 198"/>
                <a:gd name="T91" fmla="*/ 162 h 198"/>
                <a:gd name="T92" fmla="*/ 176 w 198"/>
                <a:gd name="T93" fmla="*/ 144 h 198"/>
                <a:gd name="T94" fmla="*/ 190 w 198"/>
                <a:gd name="T95" fmla="*/ 131 h 198"/>
                <a:gd name="T96" fmla="*/ 198 w 198"/>
                <a:gd name="T97" fmla="*/ 125 h 198"/>
                <a:gd name="T98" fmla="*/ 194 w 198"/>
                <a:gd name="T99" fmla="*/ 117 h 198"/>
                <a:gd name="T100" fmla="*/ 188 w 198"/>
                <a:gd name="T101" fmla="*/ 99 h 198"/>
                <a:gd name="T102" fmla="*/ 99 w 198"/>
                <a:gd name="T103" fmla="*/ 152 h 198"/>
                <a:gd name="T104" fmla="*/ 45 w 198"/>
                <a:gd name="T105" fmla="*/ 99 h 198"/>
                <a:gd name="T106" fmla="*/ 99 w 198"/>
                <a:gd name="T107" fmla="*/ 46 h 198"/>
                <a:gd name="T108" fmla="*/ 152 w 198"/>
                <a:gd name="T109" fmla="*/ 99 h 198"/>
                <a:gd name="T110" fmla="*/ 99 w 198"/>
                <a:gd name="T111" fmla="*/ 15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8" h="198">
                  <a:moveTo>
                    <a:pt x="188" y="99"/>
                  </a:moveTo>
                  <a:cubicBezTo>
                    <a:pt x="188" y="92"/>
                    <a:pt x="191" y="86"/>
                    <a:pt x="194" y="81"/>
                  </a:cubicBezTo>
                  <a:cubicBezTo>
                    <a:pt x="195" y="78"/>
                    <a:pt x="198" y="74"/>
                    <a:pt x="198" y="72"/>
                  </a:cubicBezTo>
                  <a:cubicBezTo>
                    <a:pt x="197" y="71"/>
                    <a:pt x="193" y="69"/>
                    <a:pt x="190" y="67"/>
                  </a:cubicBezTo>
                  <a:cubicBezTo>
                    <a:pt x="185" y="64"/>
                    <a:pt x="180" y="60"/>
                    <a:pt x="176" y="54"/>
                  </a:cubicBezTo>
                  <a:cubicBezTo>
                    <a:pt x="173" y="48"/>
                    <a:pt x="173" y="42"/>
                    <a:pt x="172" y="36"/>
                  </a:cubicBezTo>
                  <a:cubicBezTo>
                    <a:pt x="172" y="33"/>
                    <a:pt x="172" y="28"/>
                    <a:pt x="171" y="26"/>
                  </a:cubicBezTo>
                  <a:cubicBezTo>
                    <a:pt x="170" y="26"/>
                    <a:pt x="165" y="26"/>
                    <a:pt x="162" y="25"/>
                  </a:cubicBezTo>
                  <a:cubicBezTo>
                    <a:pt x="156" y="25"/>
                    <a:pt x="149" y="25"/>
                    <a:pt x="143" y="21"/>
                  </a:cubicBezTo>
                  <a:cubicBezTo>
                    <a:pt x="138" y="18"/>
                    <a:pt x="134" y="12"/>
                    <a:pt x="131" y="7"/>
                  </a:cubicBezTo>
                  <a:cubicBezTo>
                    <a:pt x="129" y="5"/>
                    <a:pt x="126" y="1"/>
                    <a:pt x="125" y="0"/>
                  </a:cubicBezTo>
                  <a:cubicBezTo>
                    <a:pt x="124" y="0"/>
                    <a:pt x="120" y="2"/>
                    <a:pt x="117" y="4"/>
                  </a:cubicBezTo>
                  <a:cubicBezTo>
                    <a:pt x="112" y="6"/>
                    <a:pt x="106" y="9"/>
                    <a:pt x="99" y="9"/>
                  </a:cubicBezTo>
                  <a:cubicBezTo>
                    <a:pt x="92" y="9"/>
                    <a:pt x="86" y="8"/>
                    <a:pt x="80" y="5"/>
                  </a:cubicBezTo>
                  <a:cubicBezTo>
                    <a:pt x="78" y="4"/>
                    <a:pt x="73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1" y="3"/>
                    <a:pt x="68" y="6"/>
                    <a:pt x="67" y="9"/>
                  </a:cubicBezTo>
                  <a:cubicBezTo>
                    <a:pt x="63" y="14"/>
                    <a:pt x="60" y="19"/>
                    <a:pt x="54" y="22"/>
                  </a:cubicBezTo>
                  <a:cubicBezTo>
                    <a:pt x="48" y="26"/>
                    <a:pt x="41" y="26"/>
                    <a:pt x="35" y="26"/>
                  </a:cubicBezTo>
                  <a:cubicBezTo>
                    <a:pt x="32" y="26"/>
                    <a:pt x="27" y="26"/>
                    <a:pt x="26" y="27"/>
                  </a:cubicBezTo>
                  <a:cubicBezTo>
                    <a:pt x="26" y="28"/>
                    <a:pt x="25" y="33"/>
                    <a:pt x="25" y="36"/>
                  </a:cubicBezTo>
                  <a:cubicBezTo>
                    <a:pt x="25" y="42"/>
                    <a:pt x="24" y="48"/>
                    <a:pt x="21" y="54"/>
                  </a:cubicBezTo>
                  <a:cubicBezTo>
                    <a:pt x="18" y="60"/>
                    <a:pt x="12" y="64"/>
                    <a:pt x="7" y="67"/>
                  </a:cubicBezTo>
                  <a:cubicBezTo>
                    <a:pt x="5" y="69"/>
                    <a:pt x="0" y="71"/>
                    <a:pt x="0" y="73"/>
                  </a:cubicBezTo>
                  <a:cubicBezTo>
                    <a:pt x="0" y="74"/>
                    <a:pt x="2" y="78"/>
                    <a:pt x="3" y="81"/>
                  </a:cubicBezTo>
                  <a:cubicBezTo>
                    <a:pt x="6" y="86"/>
                    <a:pt x="9" y="92"/>
                    <a:pt x="9" y="99"/>
                  </a:cubicBezTo>
                  <a:cubicBezTo>
                    <a:pt x="9" y="106"/>
                    <a:pt x="6" y="112"/>
                    <a:pt x="3" y="117"/>
                  </a:cubicBezTo>
                  <a:cubicBezTo>
                    <a:pt x="2" y="120"/>
                    <a:pt x="0" y="124"/>
                    <a:pt x="0" y="126"/>
                  </a:cubicBezTo>
                  <a:cubicBezTo>
                    <a:pt x="0" y="127"/>
                    <a:pt x="5" y="129"/>
                    <a:pt x="7" y="131"/>
                  </a:cubicBezTo>
                  <a:cubicBezTo>
                    <a:pt x="12" y="134"/>
                    <a:pt x="18" y="138"/>
                    <a:pt x="21" y="144"/>
                  </a:cubicBezTo>
                  <a:cubicBezTo>
                    <a:pt x="24" y="150"/>
                    <a:pt x="25" y="156"/>
                    <a:pt x="25" y="162"/>
                  </a:cubicBezTo>
                  <a:cubicBezTo>
                    <a:pt x="25" y="165"/>
                    <a:pt x="26" y="170"/>
                    <a:pt x="26" y="172"/>
                  </a:cubicBezTo>
                  <a:cubicBezTo>
                    <a:pt x="27" y="172"/>
                    <a:pt x="32" y="172"/>
                    <a:pt x="35" y="173"/>
                  </a:cubicBezTo>
                  <a:cubicBezTo>
                    <a:pt x="41" y="173"/>
                    <a:pt x="48" y="173"/>
                    <a:pt x="54" y="177"/>
                  </a:cubicBezTo>
                  <a:cubicBezTo>
                    <a:pt x="60" y="180"/>
                    <a:pt x="63" y="186"/>
                    <a:pt x="67" y="191"/>
                  </a:cubicBezTo>
                  <a:cubicBezTo>
                    <a:pt x="68" y="193"/>
                    <a:pt x="71" y="197"/>
                    <a:pt x="72" y="198"/>
                  </a:cubicBezTo>
                  <a:cubicBezTo>
                    <a:pt x="73" y="198"/>
                    <a:pt x="78" y="196"/>
                    <a:pt x="80" y="194"/>
                  </a:cubicBezTo>
                  <a:cubicBezTo>
                    <a:pt x="86" y="192"/>
                    <a:pt x="92" y="189"/>
                    <a:pt x="99" y="189"/>
                  </a:cubicBezTo>
                  <a:cubicBezTo>
                    <a:pt x="106" y="189"/>
                    <a:pt x="112" y="190"/>
                    <a:pt x="117" y="193"/>
                  </a:cubicBezTo>
                  <a:cubicBezTo>
                    <a:pt x="120" y="194"/>
                    <a:pt x="124" y="195"/>
                    <a:pt x="125" y="195"/>
                  </a:cubicBezTo>
                  <a:cubicBezTo>
                    <a:pt x="125" y="195"/>
                    <a:pt x="125" y="195"/>
                    <a:pt x="125" y="195"/>
                  </a:cubicBezTo>
                  <a:cubicBezTo>
                    <a:pt x="126" y="195"/>
                    <a:pt x="129" y="192"/>
                    <a:pt x="131" y="189"/>
                  </a:cubicBezTo>
                  <a:cubicBezTo>
                    <a:pt x="134" y="184"/>
                    <a:pt x="138" y="179"/>
                    <a:pt x="143" y="176"/>
                  </a:cubicBezTo>
                  <a:cubicBezTo>
                    <a:pt x="149" y="172"/>
                    <a:pt x="156" y="172"/>
                    <a:pt x="162" y="172"/>
                  </a:cubicBezTo>
                  <a:cubicBezTo>
                    <a:pt x="165" y="172"/>
                    <a:pt x="170" y="172"/>
                    <a:pt x="171" y="171"/>
                  </a:cubicBezTo>
                  <a:cubicBezTo>
                    <a:pt x="172" y="170"/>
                    <a:pt x="172" y="165"/>
                    <a:pt x="172" y="162"/>
                  </a:cubicBezTo>
                  <a:cubicBezTo>
                    <a:pt x="173" y="156"/>
                    <a:pt x="173" y="150"/>
                    <a:pt x="176" y="144"/>
                  </a:cubicBezTo>
                  <a:cubicBezTo>
                    <a:pt x="180" y="138"/>
                    <a:pt x="185" y="134"/>
                    <a:pt x="190" y="131"/>
                  </a:cubicBezTo>
                  <a:cubicBezTo>
                    <a:pt x="193" y="129"/>
                    <a:pt x="197" y="127"/>
                    <a:pt x="198" y="125"/>
                  </a:cubicBezTo>
                  <a:cubicBezTo>
                    <a:pt x="198" y="124"/>
                    <a:pt x="195" y="120"/>
                    <a:pt x="194" y="117"/>
                  </a:cubicBezTo>
                  <a:cubicBezTo>
                    <a:pt x="191" y="112"/>
                    <a:pt x="188" y="106"/>
                    <a:pt x="188" y="99"/>
                  </a:cubicBezTo>
                  <a:close/>
                  <a:moveTo>
                    <a:pt x="99" y="152"/>
                  </a:moveTo>
                  <a:cubicBezTo>
                    <a:pt x="69" y="152"/>
                    <a:pt x="45" y="128"/>
                    <a:pt x="45" y="99"/>
                  </a:cubicBezTo>
                  <a:cubicBezTo>
                    <a:pt x="45" y="70"/>
                    <a:pt x="69" y="46"/>
                    <a:pt x="99" y="46"/>
                  </a:cubicBezTo>
                  <a:cubicBezTo>
                    <a:pt x="128" y="46"/>
                    <a:pt x="152" y="70"/>
                    <a:pt x="152" y="99"/>
                  </a:cubicBezTo>
                  <a:cubicBezTo>
                    <a:pt x="152" y="128"/>
                    <a:pt x="128" y="152"/>
                    <a:pt x="99" y="152"/>
                  </a:cubicBezTo>
                  <a:close/>
                </a:path>
              </a:pathLst>
            </a:custGeom>
            <a:solidFill>
              <a:srgbClr val="0076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Oval 684">
              <a:extLst>
                <a:ext uri="{FF2B5EF4-FFF2-40B4-BE49-F238E27FC236}">
                  <a16:creationId xmlns:a16="http://schemas.microsoft.com/office/drawing/2014/main" id="{8BA5111E-A5AC-4959-B44C-2C96511FE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9" y="2816"/>
              <a:ext cx="42" cy="43"/>
            </a:xfrm>
            <a:prstGeom prst="ellipse">
              <a:avLst/>
            </a:prstGeom>
            <a:solidFill>
              <a:srgbClr val="0076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1" name="Freeform 685">
              <a:extLst>
                <a:ext uri="{FF2B5EF4-FFF2-40B4-BE49-F238E27FC236}">
                  <a16:creationId xmlns:a16="http://schemas.microsoft.com/office/drawing/2014/main" id="{8CC01FCC-3557-423F-B17D-363D8F4D84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" y="2696"/>
              <a:ext cx="340" cy="34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375 w 512"/>
                <a:gd name="T11" fmla="*/ 245 h 512"/>
                <a:gd name="T12" fmla="*/ 359 w 512"/>
                <a:gd name="T13" fmla="*/ 263 h 512"/>
                <a:gd name="T14" fmla="*/ 352 w 512"/>
                <a:gd name="T15" fmla="*/ 268 h 512"/>
                <a:gd name="T16" fmla="*/ 351 w 512"/>
                <a:gd name="T17" fmla="*/ 278 h 512"/>
                <a:gd name="T18" fmla="*/ 343 w 512"/>
                <a:gd name="T19" fmla="*/ 300 h 512"/>
                <a:gd name="T20" fmla="*/ 320 w 512"/>
                <a:gd name="T21" fmla="*/ 308 h 512"/>
                <a:gd name="T22" fmla="*/ 320 w 512"/>
                <a:gd name="T23" fmla="*/ 308 h 512"/>
                <a:gd name="T24" fmla="*/ 320 w 512"/>
                <a:gd name="T25" fmla="*/ 416 h 512"/>
                <a:gd name="T26" fmla="*/ 314 w 512"/>
                <a:gd name="T27" fmla="*/ 425 h 512"/>
                <a:gd name="T28" fmla="*/ 309 w 512"/>
                <a:gd name="T29" fmla="*/ 426 h 512"/>
                <a:gd name="T30" fmla="*/ 304 w 512"/>
                <a:gd name="T31" fmla="*/ 425 h 512"/>
                <a:gd name="T32" fmla="*/ 256 w 512"/>
                <a:gd name="T33" fmla="*/ 396 h 512"/>
                <a:gd name="T34" fmla="*/ 208 w 512"/>
                <a:gd name="T35" fmla="*/ 425 h 512"/>
                <a:gd name="T36" fmla="*/ 197 w 512"/>
                <a:gd name="T37" fmla="*/ 425 h 512"/>
                <a:gd name="T38" fmla="*/ 192 w 512"/>
                <a:gd name="T39" fmla="*/ 416 h 512"/>
                <a:gd name="T40" fmla="*/ 192 w 512"/>
                <a:gd name="T41" fmla="*/ 308 h 512"/>
                <a:gd name="T42" fmla="*/ 191 w 512"/>
                <a:gd name="T43" fmla="*/ 308 h 512"/>
                <a:gd name="T44" fmla="*/ 168 w 512"/>
                <a:gd name="T45" fmla="*/ 300 h 512"/>
                <a:gd name="T46" fmla="*/ 161 w 512"/>
                <a:gd name="T47" fmla="*/ 278 h 512"/>
                <a:gd name="T48" fmla="*/ 160 w 512"/>
                <a:gd name="T49" fmla="*/ 268 h 512"/>
                <a:gd name="T50" fmla="*/ 152 w 512"/>
                <a:gd name="T51" fmla="*/ 263 h 512"/>
                <a:gd name="T52" fmla="*/ 136 w 512"/>
                <a:gd name="T53" fmla="*/ 245 h 512"/>
                <a:gd name="T54" fmla="*/ 141 w 512"/>
                <a:gd name="T55" fmla="*/ 222 h 512"/>
                <a:gd name="T56" fmla="*/ 145 w 512"/>
                <a:gd name="T57" fmla="*/ 213 h 512"/>
                <a:gd name="T58" fmla="*/ 141 w 512"/>
                <a:gd name="T59" fmla="*/ 204 h 512"/>
                <a:gd name="T60" fmla="*/ 136 w 512"/>
                <a:gd name="T61" fmla="*/ 181 h 512"/>
                <a:gd name="T62" fmla="*/ 152 w 512"/>
                <a:gd name="T63" fmla="*/ 163 h 512"/>
                <a:gd name="T64" fmla="*/ 160 w 512"/>
                <a:gd name="T65" fmla="*/ 158 h 512"/>
                <a:gd name="T66" fmla="*/ 161 w 512"/>
                <a:gd name="T67" fmla="*/ 148 h 512"/>
                <a:gd name="T68" fmla="*/ 168 w 512"/>
                <a:gd name="T69" fmla="*/ 126 h 512"/>
                <a:gd name="T70" fmla="*/ 191 w 512"/>
                <a:gd name="T71" fmla="*/ 118 h 512"/>
                <a:gd name="T72" fmla="*/ 200 w 512"/>
                <a:gd name="T73" fmla="*/ 117 h 512"/>
                <a:gd name="T74" fmla="*/ 206 w 512"/>
                <a:gd name="T75" fmla="*/ 110 h 512"/>
                <a:gd name="T76" fmla="*/ 224 w 512"/>
                <a:gd name="T77" fmla="*/ 93 h 512"/>
                <a:gd name="T78" fmla="*/ 247 w 512"/>
                <a:gd name="T79" fmla="*/ 99 h 512"/>
                <a:gd name="T80" fmla="*/ 256 w 512"/>
                <a:gd name="T81" fmla="*/ 102 h 512"/>
                <a:gd name="T82" fmla="*/ 264 w 512"/>
                <a:gd name="T83" fmla="*/ 99 h 512"/>
                <a:gd name="T84" fmla="*/ 288 w 512"/>
                <a:gd name="T85" fmla="*/ 93 h 512"/>
                <a:gd name="T86" fmla="*/ 306 w 512"/>
                <a:gd name="T87" fmla="*/ 110 h 512"/>
                <a:gd name="T88" fmla="*/ 311 w 512"/>
                <a:gd name="T89" fmla="*/ 117 h 512"/>
                <a:gd name="T90" fmla="*/ 320 w 512"/>
                <a:gd name="T91" fmla="*/ 118 h 512"/>
                <a:gd name="T92" fmla="*/ 343 w 512"/>
                <a:gd name="T93" fmla="*/ 126 h 512"/>
                <a:gd name="T94" fmla="*/ 351 w 512"/>
                <a:gd name="T95" fmla="*/ 148 h 512"/>
                <a:gd name="T96" fmla="*/ 352 w 512"/>
                <a:gd name="T97" fmla="*/ 158 h 512"/>
                <a:gd name="T98" fmla="*/ 359 w 512"/>
                <a:gd name="T99" fmla="*/ 163 h 512"/>
                <a:gd name="T100" fmla="*/ 375 w 512"/>
                <a:gd name="T101" fmla="*/ 181 h 512"/>
                <a:gd name="T102" fmla="*/ 370 w 512"/>
                <a:gd name="T103" fmla="*/ 204 h 512"/>
                <a:gd name="T104" fmla="*/ 367 w 512"/>
                <a:gd name="T105" fmla="*/ 213 h 512"/>
                <a:gd name="T106" fmla="*/ 370 w 512"/>
                <a:gd name="T107" fmla="*/ 222 h 512"/>
                <a:gd name="T108" fmla="*/ 375 w 512"/>
                <a:gd name="T109" fmla="*/ 24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375" y="245"/>
                  </a:moveTo>
                  <a:cubicBezTo>
                    <a:pt x="373" y="254"/>
                    <a:pt x="365" y="259"/>
                    <a:pt x="359" y="263"/>
                  </a:cubicBezTo>
                  <a:cubicBezTo>
                    <a:pt x="356" y="265"/>
                    <a:pt x="353" y="267"/>
                    <a:pt x="352" y="268"/>
                  </a:cubicBezTo>
                  <a:cubicBezTo>
                    <a:pt x="351" y="270"/>
                    <a:pt x="351" y="274"/>
                    <a:pt x="351" y="278"/>
                  </a:cubicBezTo>
                  <a:cubicBezTo>
                    <a:pt x="350" y="285"/>
                    <a:pt x="350" y="294"/>
                    <a:pt x="343" y="300"/>
                  </a:cubicBezTo>
                  <a:cubicBezTo>
                    <a:pt x="337" y="307"/>
                    <a:pt x="328" y="307"/>
                    <a:pt x="320" y="308"/>
                  </a:cubicBezTo>
                  <a:cubicBezTo>
                    <a:pt x="320" y="308"/>
                    <a:pt x="320" y="308"/>
                    <a:pt x="320" y="308"/>
                  </a:cubicBezTo>
                  <a:cubicBezTo>
                    <a:pt x="320" y="416"/>
                    <a:pt x="320" y="416"/>
                    <a:pt x="320" y="416"/>
                  </a:cubicBezTo>
                  <a:cubicBezTo>
                    <a:pt x="320" y="420"/>
                    <a:pt x="318" y="423"/>
                    <a:pt x="314" y="425"/>
                  </a:cubicBezTo>
                  <a:cubicBezTo>
                    <a:pt x="313" y="426"/>
                    <a:pt x="311" y="426"/>
                    <a:pt x="309" y="426"/>
                  </a:cubicBezTo>
                  <a:cubicBezTo>
                    <a:pt x="307" y="426"/>
                    <a:pt x="305" y="426"/>
                    <a:pt x="304" y="425"/>
                  </a:cubicBezTo>
                  <a:cubicBezTo>
                    <a:pt x="256" y="396"/>
                    <a:pt x="256" y="396"/>
                    <a:pt x="256" y="396"/>
                  </a:cubicBezTo>
                  <a:cubicBezTo>
                    <a:pt x="208" y="425"/>
                    <a:pt x="208" y="425"/>
                    <a:pt x="208" y="425"/>
                  </a:cubicBezTo>
                  <a:cubicBezTo>
                    <a:pt x="205" y="427"/>
                    <a:pt x="200" y="427"/>
                    <a:pt x="197" y="425"/>
                  </a:cubicBezTo>
                  <a:cubicBezTo>
                    <a:pt x="194" y="423"/>
                    <a:pt x="192" y="420"/>
                    <a:pt x="192" y="416"/>
                  </a:cubicBezTo>
                  <a:cubicBezTo>
                    <a:pt x="192" y="308"/>
                    <a:pt x="192" y="308"/>
                    <a:pt x="192" y="308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84" y="307"/>
                    <a:pt x="175" y="307"/>
                    <a:pt x="168" y="300"/>
                  </a:cubicBezTo>
                  <a:cubicBezTo>
                    <a:pt x="162" y="294"/>
                    <a:pt x="161" y="285"/>
                    <a:pt x="161" y="278"/>
                  </a:cubicBezTo>
                  <a:cubicBezTo>
                    <a:pt x="161" y="274"/>
                    <a:pt x="160" y="270"/>
                    <a:pt x="160" y="268"/>
                  </a:cubicBezTo>
                  <a:cubicBezTo>
                    <a:pt x="159" y="267"/>
                    <a:pt x="155" y="265"/>
                    <a:pt x="152" y="263"/>
                  </a:cubicBezTo>
                  <a:cubicBezTo>
                    <a:pt x="146" y="259"/>
                    <a:pt x="139" y="254"/>
                    <a:pt x="136" y="245"/>
                  </a:cubicBezTo>
                  <a:cubicBezTo>
                    <a:pt x="134" y="236"/>
                    <a:pt x="138" y="228"/>
                    <a:pt x="141" y="222"/>
                  </a:cubicBezTo>
                  <a:cubicBezTo>
                    <a:pt x="143" y="219"/>
                    <a:pt x="145" y="215"/>
                    <a:pt x="145" y="213"/>
                  </a:cubicBezTo>
                  <a:cubicBezTo>
                    <a:pt x="145" y="211"/>
                    <a:pt x="143" y="207"/>
                    <a:pt x="141" y="204"/>
                  </a:cubicBezTo>
                  <a:cubicBezTo>
                    <a:pt x="138" y="198"/>
                    <a:pt x="134" y="190"/>
                    <a:pt x="136" y="181"/>
                  </a:cubicBezTo>
                  <a:cubicBezTo>
                    <a:pt x="139" y="172"/>
                    <a:pt x="146" y="167"/>
                    <a:pt x="152" y="163"/>
                  </a:cubicBezTo>
                  <a:cubicBezTo>
                    <a:pt x="155" y="161"/>
                    <a:pt x="159" y="159"/>
                    <a:pt x="160" y="158"/>
                  </a:cubicBezTo>
                  <a:cubicBezTo>
                    <a:pt x="160" y="156"/>
                    <a:pt x="161" y="152"/>
                    <a:pt x="161" y="148"/>
                  </a:cubicBezTo>
                  <a:cubicBezTo>
                    <a:pt x="161" y="141"/>
                    <a:pt x="162" y="132"/>
                    <a:pt x="168" y="126"/>
                  </a:cubicBezTo>
                  <a:cubicBezTo>
                    <a:pt x="175" y="119"/>
                    <a:pt x="184" y="119"/>
                    <a:pt x="191" y="118"/>
                  </a:cubicBezTo>
                  <a:cubicBezTo>
                    <a:pt x="194" y="118"/>
                    <a:pt x="199" y="118"/>
                    <a:pt x="200" y="117"/>
                  </a:cubicBezTo>
                  <a:cubicBezTo>
                    <a:pt x="202" y="116"/>
                    <a:pt x="204" y="112"/>
                    <a:pt x="206" y="110"/>
                  </a:cubicBezTo>
                  <a:cubicBezTo>
                    <a:pt x="210" y="104"/>
                    <a:pt x="215" y="96"/>
                    <a:pt x="224" y="93"/>
                  </a:cubicBezTo>
                  <a:cubicBezTo>
                    <a:pt x="232" y="91"/>
                    <a:pt x="240" y="95"/>
                    <a:pt x="247" y="99"/>
                  </a:cubicBezTo>
                  <a:cubicBezTo>
                    <a:pt x="250" y="100"/>
                    <a:pt x="254" y="102"/>
                    <a:pt x="256" y="102"/>
                  </a:cubicBezTo>
                  <a:cubicBezTo>
                    <a:pt x="257" y="102"/>
                    <a:pt x="262" y="100"/>
                    <a:pt x="264" y="99"/>
                  </a:cubicBezTo>
                  <a:cubicBezTo>
                    <a:pt x="271" y="95"/>
                    <a:pt x="279" y="91"/>
                    <a:pt x="288" y="93"/>
                  </a:cubicBezTo>
                  <a:cubicBezTo>
                    <a:pt x="297" y="96"/>
                    <a:pt x="302" y="104"/>
                    <a:pt x="306" y="110"/>
                  </a:cubicBezTo>
                  <a:cubicBezTo>
                    <a:pt x="307" y="112"/>
                    <a:pt x="310" y="116"/>
                    <a:pt x="311" y="117"/>
                  </a:cubicBezTo>
                  <a:cubicBezTo>
                    <a:pt x="313" y="118"/>
                    <a:pt x="317" y="118"/>
                    <a:pt x="320" y="118"/>
                  </a:cubicBezTo>
                  <a:cubicBezTo>
                    <a:pt x="328" y="119"/>
                    <a:pt x="337" y="119"/>
                    <a:pt x="343" y="126"/>
                  </a:cubicBezTo>
                  <a:cubicBezTo>
                    <a:pt x="350" y="132"/>
                    <a:pt x="350" y="141"/>
                    <a:pt x="351" y="148"/>
                  </a:cubicBezTo>
                  <a:cubicBezTo>
                    <a:pt x="351" y="152"/>
                    <a:pt x="351" y="156"/>
                    <a:pt x="352" y="158"/>
                  </a:cubicBezTo>
                  <a:cubicBezTo>
                    <a:pt x="353" y="159"/>
                    <a:pt x="356" y="161"/>
                    <a:pt x="359" y="163"/>
                  </a:cubicBezTo>
                  <a:cubicBezTo>
                    <a:pt x="365" y="167"/>
                    <a:pt x="373" y="172"/>
                    <a:pt x="375" y="181"/>
                  </a:cubicBezTo>
                  <a:cubicBezTo>
                    <a:pt x="378" y="190"/>
                    <a:pt x="373" y="198"/>
                    <a:pt x="370" y="204"/>
                  </a:cubicBezTo>
                  <a:cubicBezTo>
                    <a:pt x="369" y="207"/>
                    <a:pt x="367" y="211"/>
                    <a:pt x="367" y="213"/>
                  </a:cubicBezTo>
                  <a:cubicBezTo>
                    <a:pt x="367" y="215"/>
                    <a:pt x="369" y="219"/>
                    <a:pt x="370" y="222"/>
                  </a:cubicBezTo>
                  <a:cubicBezTo>
                    <a:pt x="373" y="228"/>
                    <a:pt x="378" y="236"/>
                    <a:pt x="375" y="245"/>
                  </a:cubicBezTo>
                  <a:close/>
                </a:path>
              </a:pathLst>
            </a:custGeom>
            <a:solidFill>
              <a:srgbClr val="0076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32" name="Freeform 189">
            <a:extLst>
              <a:ext uri="{FF2B5EF4-FFF2-40B4-BE49-F238E27FC236}">
                <a16:creationId xmlns:a16="http://schemas.microsoft.com/office/drawing/2014/main" id="{23B674E2-626D-4B24-8467-D5CBF2D5535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64060" y="3831868"/>
            <a:ext cx="371153" cy="366581"/>
          </a:xfrm>
          <a:custGeom>
            <a:avLst/>
            <a:gdLst>
              <a:gd name="T0" fmla="*/ 0 w 512"/>
              <a:gd name="T1" fmla="*/ 256 h 512"/>
              <a:gd name="T2" fmla="*/ 512 w 512"/>
              <a:gd name="T3" fmla="*/ 256 h 512"/>
              <a:gd name="T4" fmla="*/ 416 w 512"/>
              <a:gd name="T5" fmla="*/ 330 h 512"/>
              <a:gd name="T6" fmla="*/ 394 w 512"/>
              <a:gd name="T7" fmla="*/ 341 h 512"/>
              <a:gd name="T8" fmla="*/ 384 w 512"/>
              <a:gd name="T9" fmla="*/ 320 h 512"/>
              <a:gd name="T10" fmla="*/ 371 w 512"/>
              <a:gd name="T11" fmla="*/ 334 h 512"/>
              <a:gd name="T12" fmla="*/ 338 w 512"/>
              <a:gd name="T13" fmla="*/ 359 h 512"/>
              <a:gd name="T14" fmla="*/ 318 w 512"/>
              <a:gd name="T15" fmla="*/ 376 h 512"/>
              <a:gd name="T16" fmla="*/ 277 w 512"/>
              <a:gd name="T17" fmla="*/ 370 h 512"/>
              <a:gd name="T18" fmla="*/ 250 w 512"/>
              <a:gd name="T19" fmla="*/ 384 h 512"/>
              <a:gd name="T20" fmla="*/ 217 w 512"/>
              <a:gd name="T21" fmla="*/ 381 h 512"/>
              <a:gd name="T22" fmla="*/ 172 w 512"/>
              <a:gd name="T23" fmla="*/ 368 h 512"/>
              <a:gd name="T24" fmla="*/ 128 w 512"/>
              <a:gd name="T25" fmla="*/ 320 h 512"/>
              <a:gd name="T26" fmla="*/ 117 w 512"/>
              <a:gd name="T27" fmla="*/ 341 h 512"/>
              <a:gd name="T28" fmla="*/ 96 w 512"/>
              <a:gd name="T29" fmla="*/ 330 h 512"/>
              <a:gd name="T30" fmla="*/ 106 w 512"/>
              <a:gd name="T31" fmla="*/ 170 h 512"/>
              <a:gd name="T32" fmla="*/ 106 w 512"/>
              <a:gd name="T33" fmla="*/ 149 h 512"/>
              <a:gd name="T34" fmla="*/ 128 w 512"/>
              <a:gd name="T35" fmla="*/ 160 h 512"/>
              <a:gd name="T36" fmla="*/ 224 w 512"/>
              <a:gd name="T37" fmla="*/ 181 h 512"/>
              <a:gd name="T38" fmla="*/ 261 w 512"/>
              <a:gd name="T39" fmla="*/ 161 h 512"/>
              <a:gd name="T40" fmla="*/ 343 w 512"/>
              <a:gd name="T41" fmla="*/ 181 h 512"/>
              <a:gd name="T42" fmla="*/ 384 w 512"/>
              <a:gd name="T43" fmla="*/ 160 h 512"/>
              <a:gd name="T44" fmla="*/ 405 w 512"/>
              <a:gd name="T45" fmla="*/ 149 h 512"/>
              <a:gd name="T46" fmla="*/ 405 w 512"/>
              <a:gd name="T47" fmla="*/ 170 h 512"/>
              <a:gd name="T48" fmla="*/ 416 w 512"/>
              <a:gd name="T49" fmla="*/ 330 h 512"/>
              <a:gd name="T50" fmla="*/ 350 w 512"/>
              <a:gd name="T51" fmla="*/ 328 h 512"/>
              <a:gd name="T52" fmla="*/ 335 w 512"/>
              <a:gd name="T53" fmla="*/ 337 h 512"/>
              <a:gd name="T54" fmla="*/ 328 w 512"/>
              <a:gd name="T55" fmla="*/ 332 h 512"/>
              <a:gd name="T56" fmla="*/ 294 w 512"/>
              <a:gd name="T57" fmla="*/ 274 h 512"/>
              <a:gd name="T58" fmla="*/ 275 w 512"/>
              <a:gd name="T59" fmla="*/ 284 h 512"/>
              <a:gd name="T60" fmla="*/ 310 w 512"/>
              <a:gd name="T61" fmla="*/ 343 h 512"/>
              <a:gd name="T62" fmla="*/ 290 w 512"/>
              <a:gd name="T63" fmla="*/ 353 h 512"/>
              <a:gd name="T64" fmla="*/ 243 w 512"/>
              <a:gd name="T65" fmla="*/ 296 h 512"/>
              <a:gd name="T66" fmla="*/ 260 w 512"/>
              <a:gd name="T67" fmla="*/ 345 h 512"/>
              <a:gd name="T68" fmla="*/ 256 w 512"/>
              <a:gd name="T69" fmla="*/ 361 h 512"/>
              <a:gd name="T70" fmla="*/ 239 w 512"/>
              <a:gd name="T71" fmla="*/ 357 h 512"/>
              <a:gd name="T72" fmla="*/ 228 w 512"/>
              <a:gd name="T73" fmla="*/ 337 h 512"/>
              <a:gd name="T74" fmla="*/ 220 w 512"/>
              <a:gd name="T75" fmla="*/ 325 h 512"/>
              <a:gd name="T76" fmla="*/ 202 w 512"/>
              <a:gd name="T77" fmla="*/ 337 h 512"/>
              <a:gd name="T78" fmla="*/ 207 w 512"/>
              <a:gd name="T79" fmla="*/ 363 h 512"/>
              <a:gd name="T80" fmla="*/ 158 w 512"/>
              <a:gd name="T81" fmla="*/ 304 h 512"/>
              <a:gd name="T82" fmla="*/ 128 w 512"/>
              <a:gd name="T83" fmla="*/ 298 h 512"/>
              <a:gd name="T84" fmla="*/ 184 w 512"/>
              <a:gd name="T85" fmla="*/ 202 h 512"/>
              <a:gd name="T86" fmla="*/ 160 w 512"/>
              <a:gd name="T87" fmla="*/ 234 h 512"/>
              <a:gd name="T88" fmla="*/ 193 w 512"/>
              <a:gd name="T89" fmla="*/ 266 h 512"/>
              <a:gd name="T90" fmla="*/ 349 w 512"/>
              <a:gd name="T91" fmla="*/ 319 h 512"/>
              <a:gd name="T92" fmla="*/ 384 w 512"/>
              <a:gd name="T93" fmla="*/ 202 h 512"/>
              <a:gd name="T94" fmla="*/ 362 w 512"/>
              <a:gd name="T95" fmla="*/ 298 h 512"/>
              <a:gd name="T96" fmla="*/ 322 w 512"/>
              <a:gd name="T97" fmla="*/ 230 h 512"/>
              <a:gd name="T98" fmla="*/ 190 w 512"/>
              <a:gd name="T99" fmla="*/ 245 h 512"/>
              <a:gd name="T100" fmla="*/ 181 w 512"/>
              <a:gd name="T101" fmla="*/ 234 h 512"/>
              <a:gd name="T102" fmla="*/ 268 w 512"/>
              <a:gd name="T103" fmla="*/ 182 h 512"/>
              <a:gd name="T104" fmla="*/ 341 w 512"/>
              <a:gd name="T105" fmla="*/ 20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16" y="330"/>
                </a:moveTo>
                <a:cubicBezTo>
                  <a:pt x="416" y="336"/>
                  <a:pt x="411" y="341"/>
                  <a:pt x="405" y="341"/>
                </a:cubicBezTo>
                <a:cubicBezTo>
                  <a:pt x="394" y="341"/>
                  <a:pt x="394" y="341"/>
                  <a:pt x="394" y="341"/>
                </a:cubicBezTo>
                <a:cubicBezTo>
                  <a:pt x="388" y="341"/>
                  <a:pt x="384" y="336"/>
                  <a:pt x="384" y="33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1" y="320"/>
                  <a:pt x="371" y="320"/>
                  <a:pt x="371" y="320"/>
                </a:cubicBezTo>
                <a:cubicBezTo>
                  <a:pt x="372" y="324"/>
                  <a:pt x="372" y="329"/>
                  <a:pt x="371" y="334"/>
                </a:cubicBezTo>
                <a:cubicBezTo>
                  <a:pt x="368" y="342"/>
                  <a:pt x="363" y="350"/>
                  <a:pt x="355" y="354"/>
                </a:cubicBezTo>
                <a:cubicBezTo>
                  <a:pt x="350" y="357"/>
                  <a:pt x="344" y="359"/>
                  <a:pt x="338" y="359"/>
                </a:cubicBezTo>
                <a:cubicBezTo>
                  <a:pt x="336" y="359"/>
                  <a:pt x="334" y="358"/>
                  <a:pt x="332" y="358"/>
                </a:cubicBezTo>
                <a:cubicBezTo>
                  <a:pt x="330" y="365"/>
                  <a:pt x="325" y="372"/>
                  <a:pt x="318" y="376"/>
                </a:cubicBezTo>
                <a:cubicBezTo>
                  <a:pt x="313" y="380"/>
                  <a:pt x="307" y="381"/>
                  <a:pt x="301" y="381"/>
                </a:cubicBezTo>
                <a:cubicBezTo>
                  <a:pt x="292" y="381"/>
                  <a:pt x="283" y="377"/>
                  <a:pt x="277" y="370"/>
                </a:cubicBezTo>
                <a:cubicBezTo>
                  <a:pt x="274" y="374"/>
                  <a:pt x="271" y="377"/>
                  <a:pt x="267" y="379"/>
                </a:cubicBezTo>
                <a:cubicBezTo>
                  <a:pt x="261" y="382"/>
                  <a:pt x="256" y="384"/>
                  <a:pt x="250" y="384"/>
                </a:cubicBezTo>
                <a:cubicBezTo>
                  <a:pt x="241" y="384"/>
                  <a:pt x="232" y="380"/>
                  <a:pt x="226" y="374"/>
                </a:cubicBezTo>
                <a:cubicBezTo>
                  <a:pt x="224" y="376"/>
                  <a:pt x="221" y="379"/>
                  <a:pt x="217" y="381"/>
                </a:cubicBezTo>
                <a:cubicBezTo>
                  <a:pt x="212" y="384"/>
                  <a:pt x="207" y="385"/>
                  <a:pt x="202" y="385"/>
                </a:cubicBezTo>
                <a:cubicBezTo>
                  <a:pt x="190" y="385"/>
                  <a:pt x="178" y="379"/>
                  <a:pt x="172" y="368"/>
                </a:cubicBezTo>
                <a:cubicBezTo>
                  <a:pt x="143" y="320"/>
                  <a:pt x="143" y="320"/>
                  <a:pt x="143" y="320"/>
                </a:cubicBezTo>
                <a:cubicBezTo>
                  <a:pt x="128" y="320"/>
                  <a:pt x="128" y="320"/>
                  <a:pt x="128" y="320"/>
                </a:cubicBezTo>
                <a:cubicBezTo>
                  <a:pt x="128" y="330"/>
                  <a:pt x="128" y="330"/>
                  <a:pt x="128" y="330"/>
                </a:cubicBezTo>
                <a:cubicBezTo>
                  <a:pt x="128" y="336"/>
                  <a:pt x="123" y="341"/>
                  <a:pt x="117" y="341"/>
                </a:cubicBezTo>
                <a:cubicBezTo>
                  <a:pt x="106" y="341"/>
                  <a:pt x="106" y="341"/>
                  <a:pt x="106" y="341"/>
                </a:cubicBezTo>
                <a:cubicBezTo>
                  <a:pt x="100" y="341"/>
                  <a:pt x="96" y="336"/>
                  <a:pt x="96" y="330"/>
                </a:cubicBezTo>
                <a:cubicBezTo>
                  <a:pt x="96" y="324"/>
                  <a:pt x="100" y="320"/>
                  <a:pt x="106" y="320"/>
                </a:cubicBez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117" y="149"/>
                  <a:pt x="117" y="149"/>
                  <a:pt x="117" y="149"/>
                </a:cubicBezTo>
                <a:cubicBezTo>
                  <a:pt x="123" y="149"/>
                  <a:pt x="128" y="154"/>
                  <a:pt x="128" y="160"/>
                </a:cubicBezTo>
                <a:cubicBezTo>
                  <a:pt x="128" y="181"/>
                  <a:pt x="128" y="181"/>
                  <a:pt x="128" y="181"/>
                </a:cubicBezTo>
                <a:cubicBezTo>
                  <a:pt x="224" y="181"/>
                  <a:pt x="224" y="181"/>
                  <a:pt x="224" y="181"/>
                </a:cubicBezTo>
                <a:cubicBezTo>
                  <a:pt x="224" y="181"/>
                  <a:pt x="224" y="181"/>
                  <a:pt x="224" y="181"/>
                </a:cubicBezTo>
                <a:cubicBezTo>
                  <a:pt x="261" y="161"/>
                  <a:pt x="261" y="161"/>
                  <a:pt x="261" y="161"/>
                </a:cubicBezTo>
                <a:cubicBezTo>
                  <a:pt x="264" y="160"/>
                  <a:pt x="267" y="159"/>
                  <a:pt x="269" y="160"/>
                </a:cubicBezTo>
                <a:cubicBezTo>
                  <a:pt x="343" y="181"/>
                  <a:pt x="343" y="181"/>
                  <a:pt x="343" y="181"/>
                </a:cubicBezTo>
                <a:cubicBezTo>
                  <a:pt x="384" y="181"/>
                  <a:pt x="384" y="181"/>
                  <a:pt x="384" y="181"/>
                </a:cubicBezTo>
                <a:cubicBezTo>
                  <a:pt x="384" y="160"/>
                  <a:pt x="384" y="160"/>
                  <a:pt x="384" y="160"/>
                </a:cubicBezTo>
                <a:cubicBezTo>
                  <a:pt x="384" y="154"/>
                  <a:pt x="388" y="149"/>
                  <a:pt x="394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ubicBezTo>
                  <a:pt x="405" y="320"/>
                  <a:pt x="405" y="320"/>
                  <a:pt x="405" y="320"/>
                </a:cubicBezTo>
                <a:cubicBezTo>
                  <a:pt x="411" y="320"/>
                  <a:pt x="416" y="324"/>
                  <a:pt x="416" y="330"/>
                </a:cubicBezTo>
                <a:close/>
                <a:moveTo>
                  <a:pt x="349" y="319"/>
                </a:moveTo>
                <a:cubicBezTo>
                  <a:pt x="350" y="322"/>
                  <a:pt x="351" y="325"/>
                  <a:pt x="350" y="328"/>
                </a:cubicBezTo>
                <a:cubicBezTo>
                  <a:pt x="349" y="332"/>
                  <a:pt x="347" y="334"/>
                  <a:pt x="344" y="336"/>
                </a:cubicBezTo>
                <a:cubicBezTo>
                  <a:pt x="342" y="337"/>
                  <a:pt x="338" y="338"/>
                  <a:pt x="335" y="337"/>
                </a:cubicBezTo>
                <a:cubicBezTo>
                  <a:pt x="332" y="336"/>
                  <a:pt x="330" y="334"/>
                  <a:pt x="328" y="332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28" y="332"/>
                  <a:pt x="328" y="332"/>
                  <a:pt x="328" y="331"/>
                </a:cubicBezTo>
                <a:cubicBezTo>
                  <a:pt x="294" y="274"/>
                  <a:pt x="294" y="274"/>
                  <a:pt x="294" y="274"/>
                </a:cubicBezTo>
                <a:cubicBezTo>
                  <a:pt x="291" y="268"/>
                  <a:pt x="284" y="267"/>
                  <a:pt x="279" y="270"/>
                </a:cubicBezTo>
                <a:cubicBezTo>
                  <a:pt x="274" y="273"/>
                  <a:pt x="272" y="279"/>
                  <a:pt x="275" y="284"/>
                </a:cubicBezTo>
                <a:cubicBezTo>
                  <a:pt x="310" y="343"/>
                  <a:pt x="310" y="343"/>
                  <a:pt x="310" y="343"/>
                </a:cubicBezTo>
                <a:cubicBezTo>
                  <a:pt x="310" y="343"/>
                  <a:pt x="310" y="343"/>
                  <a:pt x="310" y="343"/>
                </a:cubicBezTo>
                <a:cubicBezTo>
                  <a:pt x="313" y="348"/>
                  <a:pt x="313" y="355"/>
                  <a:pt x="307" y="358"/>
                </a:cubicBezTo>
                <a:cubicBezTo>
                  <a:pt x="301" y="361"/>
                  <a:pt x="294" y="359"/>
                  <a:pt x="290" y="353"/>
                </a:cubicBezTo>
                <a:cubicBezTo>
                  <a:pt x="258" y="300"/>
                  <a:pt x="258" y="300"/>
                  <a:pt x="258" y="300"/>
                </a:cubicBezTo>
                <a:cubicBezTo>
                  <a:pt x="255" y="295"/>
                  <a:pt x="249" y="293"/>
                  <a:pt x="243" y="296"/>
                </a:cubicBezTo>
                <a:cubicBezTo>
                  <a:pt x="238" y="299"/>
                  <a:pt x="237" y="306"/>
                  <a:pt x="240" y="311"/>
                </a:cubicBezTo>
                <a:cubicBezTo>
                  <a:pt x="260" y="345"/>
                  <a:pt x="260" y="345"/>
                  <a:pt x="260" y="345"/>
                </a:cubicBezTo>
                <a:cubicBezTo>
                  <a:pt x="262" y="347"/>
                  <a:pt x="262" y="350"/>
                  <a:pt x="261" y="353"/>
                </a:cubicBezTo>
                <a:cubicBezTo>
                  <a:pt x="261" y="356"/>
                  <a:pt x="259" y="359"/>
                  <a:pt x="256" y="361"/>
                </a:cubicBezTo>
                <a:cubicBezTo>
                  <a:pt x="250" y="364"/>
                  <a:pt x="243" y="362"/>
                  <a:pt x="239" y="357"/>
                </a:cubicBezTo>
                <a:cubicBezTo>
                  <a:pt x="239" y="357"/>
                  <a:pt x="239" y="357"/>
                  <a:pt x="239" y="357"/>
                </a:cubicBezTo>
                <a:cubicBezTo>
                  <a:pt x="228" y="337"/>
                  <a:pt x="228" y="337"/>
                  <a:pt x="228" y="337"/>
                </a:cubicBezTo>
                <a:cubicBezTo>
                  <a:pt x="228" y="337"/>
                  <a:pt x="228" y="337"/>
                  <a:pt x="228" y="337"/>
                </a:cubicBezTo>
                <a:cubicBezTo>
                  <a:pt x="228" y="337"/>
                  <a:pt x="228" y="337"/>
                  <a:pt x="228" y="337"/>
                </a:cubicBezTo>
                <a:cubicBezTo>
                  <a:pt x="220" y="325"/>
                  <a:pt x="220" y="325"/>
                  <a:pt x="220" y="325"/>
                </a:cubicBezTo>
                <a:cubicBezTo>
                  <a:pt x="217" y="320"/>
                  <a:pt x="210" y="319"/>
                  <a:pt x="206" y="322"/>
                </a:cubicBezTo>
                <a:cubicBezTo>
                  <a:pt x="201" y="325"/>
                  <a:pt x="199" y="332"/>
                  <a:pt x="202" y="337"/>
                </a:cubicBezTo>
                <a:cubicBezTo>
                  <a:pt x="210" y="348"/>
                  <a:pt x="210" y="348"/>
                  <a:pt x="210" y="348"/>
                </a:cubicBezTo>
                <a:cubicBezTo>
                  <a:pt x="211" y="350"/>
                  <a:pt x="214" y="358"/>
                  <a:pt x="207" y="363"/>
                </a:cubicBezTo>
                <a:cubicBezTo>
                  <a:pt x="201" y="366"/>
                  <a:pt x="193" y="362"/>
                  <a:pt x="190" y="357"/>
                </a:cubicBezTo>
                <a:cubicBezTo>
                  <a:pt x="158" y="304"/>
                  <a:pt x="158" y="304"/>
                  <a:pt x="158" y="304"/>
                </a:cubicBezTo>
                <a:cubicBezTo>
                  <a:pt x="156" y="300"/>
                  <a:pt x="153" y="298"/>
                  <a:pt x="149" y="298"/>
                </a:cubicBezTo>
                <a:cubicBezTo>
                  <a:pt x="128" y="298"/>
                  <a:pt x="128" y="298"/>
                  <a:pt x="128" y="298"/>
                </a:cubicBezTo>
                <a:cubicBezTo>
                  <a:pt x="128" y="202"/>
                  <a:pt x="128" y="202"/>
                  <a:pt x="128" y="202"/>
                </a:cubicBezTo>
                <a:cubicBezTo>
                  <a:pt x="184" y="202"/>
                  <a:pt x="184" y="202"/>
                  <a:pt x="184" y="202"/>
                </a:cubicBezTo>
                <a:cubicBezTo>
                  <a:pt x="176" y="207"/>
                  <a:pt x="176" y="207"/>
                  <a:pt x="176" y="207"/>
                </a:cubicBezTo>
                <a:cubicBezTo>
                  <a:pt x="166" y="213"/>
                  <a:pt x="160" y="223"/>
                  <a:pt x="160" y="234"/>
                </a:cubicBezTo>
                <a:cubicBezTo>
                  <a:pt x="160" y="244"/>
                  <a:pt x="164" y="254"/>
                  <a:pt x="170" y="260"/>
                </a:cubicBezTo>
                <a:cubicBezTo>
                  <a:pt x="177" y="265"/>
                  <a:pt x="185" y="267"/>
                  <a:pt x="193" y="266"/>
                </a:cubicBezTo>
                <a:cubicBezTo>
                  <a:pt x="307" y="247"/>
                  <a:pt x="307" y="247"/>
                  <a:pt x="307" y="247"/>
                </a:cubicBezTo>
                <a:lnTo>
                  <a:pt x="349" y="319"/>
                </a:lnTo>
                <a:close/>
                <a:moveTo>
                  <a:pt x="341" y="202"/>
                </a:moveTo>
                <a:cubicBezTo>
                  <a:pt x="384" y="202"/>
                  <a:pt x="384" y="202"/>
                  <a:pt x="384" y="202"/>
                </a:cubicBezTo>
                <a:cubicBezTo>
                  <a:pt x="384" y="298"/>
                  <a:pt x="384" y="298"/>
                  <a:pt x="384" y="298"/>
                </a:cubicBezTo>
                <a:cubicBezTo>
                  <a:pt x="362" y="298"/>
                  <a:pt x="362" y="298"/>
                  <a:pt x="362" y="298"/>
                </a:cubicBezTo>
                <a:cubicBezTo>
                  <a:pt x="362" y="298"/>
                  <a:pt x="362" y="299"/>
                  <a:pt x="361" y="299"/>
                </a:cubicBezTo>
                <a:cubicBezTo>
                  <a:pt x="322" y="230"/>
                  <a:pt x="322" y="230"/>
                  <a:pt x="322" y="230"/>
                </a:cubicBezTo>
                <a:cubicBezTo>
                  <a:pt x="320" y="226"/>
                  <a:pt x="316" y="224"/>
                  <a:pt x="311" y="225"/>
                </a:cubicBezTo>
                <a:cubicBezTo>
                  <a:pt x="190" y="245"/>
                  <a:pt x="190" y="245"/>
                  <a:pt x="190" y="245"/>
                </a:cubicBezTo>
                <a:cubicBezTo>
                  <a:pt x="187" y="246"/>
                  <a:pt x="185" y="245"/>
                  <a:pt x="184" y="244"/>
                </a:cubicBezTo>
                <a:cubicBezTo>
                  <a:pt x="182" y="242"/>
                  <a:pt x="181" y="238"/>
                  <a:pt x="181" y="234"/>
                </a:cubicBezTo>
                <a:cubicBezTo>
                  <a:pt x="181" y="229"/>
                  <a:pt x="184" y="227"/>
                  <a:pt x="186" y="226"/>
                </a:cubicBezTo>
                <a:cubicBezTo>
                  <a:pt x="268" y="182"/>
                  <a:pt x="268" y="182"/>
                  <a:pt x="268" y="182"/>
                </a:cubicBezTo>
                <a:cubicBezTo>
                  <a:pt x="338" y="202"/>
                  <a:pt x="338" y="202"/>
                  <a:pt x="338" y="202"/>
                </a:cubicBezTo>
                <a:cubicBezTo>
                  <a:pt x="339" y="202"/>
                  <a:pt x="340" y="202"/>
                  <a:pt x="341" y="202"/>
                </a:cubicBezTo>
                <a:close/>
              </a:path>
            </a:pathLst>
          </a:custGeom>
          <a:solidFill>
            <a:srgbClr val="00768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1709" noProof="0"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C41D03D-4295-4FA8-9046-3E95BC3C79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293" y="433859"/>
            <a:ext cx="3096000" cy="540000"/>
          </a:xfrm>
        </p:spPr>
        <p:txBody>
          <a:bodyPr>
            <a:noAutofit/>
          </a:bodyPr>
          <a:lstStyle>
            <a:lvl1pPr>
              <a:defRPr sz="1800" b="1">
                <a:solidFill>
                  <a:srgbClr val="007680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Parcours professionnel et 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6A9B7-92E6-428C-89E2-A37F03CE64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64293" y="3835086"/>
            <a:ext cx="3096000" cy="54133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smtClean="0">
                <a:solidFill>
                  <a:srgbClr val="007680"/>
                </a:solidFill>
                <a:latin typeface="Aptos" panose="020B0004020202020204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fr-FR" noProof="0" dirty="0"/>
              <a:t>Domaines de compétences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5C9403-6234-4454-8EBB-04A177DE2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88667" y="3831868"/>
            <a:ext cx="3095625" cy="540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rgbClr val="007680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Principaux clients</a:t>
            </a:r>
          </a:p>
        </p:txBody>
      </p:sp>
      <p:sp>
        <p:nvSpPr>
          <p:cNvPr id="33" name="Text Placeholder 44">
            <a:extLst>
              <a:ext uri="{FF2B5EF4-FFF2-40B4-BE49-F238E27FC236}">
                <a16:creationId xmlns:a16="http://schemas.microsoft.com/office/drawing/2014/main" id="{D8B5110F-CCC0-4CC2-9F28-D3A7C33A8C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51104" y="1171955"/>
            <a:ext cx="3420000" cy="685294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Expérience</a:t>
            </a:r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34" name="Text Placeholder 44">
            <a:extLst>
              <a:ext uri="{FF2B5EF4-FFF2-40B4-BE49-F238E27FC236}">
                <a16:creationId xmlns:a16="http://schemas.microsoft.com/office/drawing/2014/main" id="{1E7FF87A-5B83-4BD0-9701-61B1E126B9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1104" y="2018421"/>
            <a:ext cx="3420000" cy="685294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Diplômes</a:t>
            </a:r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35" name="Text Placeholder 44">
            <a:extLst>
              <a:ext uri="{FF2B5EF4-FFF2-40B4-BE49-F238E27FC236}">
                <a16:creationId xmlns:a16="http://schemas.microsoft.com/office/drawing/2014/main" id="{A957E88A-8957-4666-BD23-E4FC57C045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1104" y="2864888"/>
            <a:ext cx="3420000" cy="685294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Langues</a:t>
            </a:r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37" name="Text Placeholder 44">
            <a:extLst>
              <a:ext uri="{FF2B5EF4-FFF2-40B4-BE49-F238E27FC236}">
                <a16:creationId xmlns:a16="http://schemas.microsoft.com/office/drawing/2014/main" id="{03BB08CF-29F3-49DC-866D-7F6F8C0394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51104" y="4568554"/>
            <a:ext cx="3420000" cy="792000"/>
          </a:xfr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60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r>
              <a:rPr lang="fr-FR" noProof="0" dirty="0"/>
              <a:t> </a:t>
            </a:r>
            <a:r>
              <a:rPr lang="fr-FR" noProof="0" dirty="0" err="1"/>
              <a:t>error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voluptatem</a:t>
            </a:r>
            <a:r>
              <a:rPr lang="fr-FR" noProof="0" dirty="0"/>
              <a:t> </a:t>
            </a:r>
            <a:r>
              <a:rPr lang="fr-FR" noProof="0" dirty="0" err="1"/>
              <a:t>accusantium</a:t>
            </a:r>
            <a:endParaRPr lang="fr-FR" noProof="0" dirty="0"/>
          </a:p>
        </p:txBody>
      </p:sp>
      <p:sp>
        <p:nvSpPr>
          <p:cNvPr id="38" name="Text Placeholder 44">
            <a:extLst>
              <a:ext uri="{FF2B5EF4-FFF2-40B4-BE49-F238E27FC236}">
                <a16:creationId xmlns:a16="http://schemas.microsoft.com/office/drawing/2014/main" id="{1CAF056E-AA8B-4116-96F9-FB6F8CE7F84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1104" y="5517442"/>
            <a:ext cx="3420000" cy="792000"/>
          </a:xfr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60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r>
              <a:rPr lang="fr-FR" noProof="0" dirty="0"/>
              <a:t> </a:t>
            </a:r>
            <a:r>
              <a:rPr lang="fr-FR" noProof="0" dirty="0" err="1"/>
              <a:t>error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voluptatem</a:t>
            </a:r>
            <a:r>
              <a:rPr lang="fr-FR" noProof="0" dirty="0"/>
              <a:t> </a:t>
            </a:r>
            <a:r>
              <a:rPr lang="fr-FR" noProof="0" dirty="0" err="1"/>
              <a:t>accusantium</a:t>
            </a:r>
            <a:endParaRPr lang="fr-FR" noProof="0" dirty="0"/>
          </a:p>
        </p:txBody>
      </p:sp>
      <p:sp>
        <p:nvSpPr>
          <p:cNvPr id="39" name="Text Placeholder 44">
            <a:extLst>
              <a:ext uri="{FF2B5EF4-FFF2-40B4-BE49-F238E27FC236}">
                <a16:creationId xmlns:a16="http://schemas.microsoft.com/office/drawing/2014/main" id="{73CECE02-7BF5-4C3B-9B3B-E487820547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75103" y="433859"/>
            <a:ext cx="3420000" cy="1423390"/>
          </a:xfr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60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r>
              <a:rPr lang="fr-FR" noProof="0" dirty="0"/>
              <a:t> </a:t>
            </a:r>
            <a:r>
              <a:rPr lang="fr-FR" noProof="0" dirty="0" err="1"/>
              <a:t>error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voluptatem</a:t>
            </a:r>
            <a:r>
              <a:rPr lang="fr-FR" noProof="0" dirty="0"/>
              <a:t> </a:t>
            </a:r>
            <a:r>
              <a:rPr lang="fr-FR" noProof="0" dirty="0" err="1"/>
              <a:t>accusantium</a:t>
            </a:r>
            <a:r>
              <a:rPr lang="fr-FR" noProof="0" dirty="0"/>
              <a:t> </a:t>
            </a:r>
            <a:r>
              <a:rPr lang="fr-FR" noProof="0" dirty="0" err="1"/>
              <a:t>doloremque</a:t>
            </a:r>
            <a:r>
              <a:rPr lang="fr-FR" noProof="0" dirty="0"/>
              <a:t> </a:t>
            </a:r>
            <a:r>
              <a:rPr lang="fr-FR" noProof="0" dirty="0" err="1"/>
              <a:t>laudantium</a:t>
            </a:r>
            <a:r>
              <a:rPr lang="fr-FR" noProof="0" dirty="0"/>
              <a:t>, </a:t>
            </a:r>
            <a:r>
              <a:rPr lang="fr-FR" noProof="0" dirty="0" err="1"/>
              <a:t>totam</a:t>
            </a:r>
            <a:r>
              <a:rPr lang="fr-FR" noProof="0" dirty="0"/>
              <a:t> rem </a:t>
            </a:r>
            <a:r>
              <a:rPr lang="fr-FR" noProof="0" dirty="0" err="1"/>
              <a:t>aperiam</a:t>
            </a:r>
            <a:r>
              <a:rPr lang="fr-FR" noProof="0" dirty="0"/>
              <a:t>, </a:t>
            </a:r>
            <a:r>
              <a:rPr lang="fr-FR" noProof="0" dirty="0" err="1"/>
              <a:t>eaque</a:t>
            </a:r>
            <a:r>
              <a:rPr lang="fr-FR" noProof="0" dirty="0"/>
              <a:t> </a:t>
            </a:r>
            <a:r>
              <a:rPr lang="fr-FR" noProof="0" dirty="0" err="1"/>
              <a:t>ipsa</a:t>
            </a:r>
            <a:r>
              <a:rPr lang="fr-FR" noProof="0" dirty="0"/>
              <a:t> </a:t>
            </a:r>
            <a:r>
              <a:rPr lang="fr-FR" noProof="0" dirty="0" err="1"/>
              <a:t>quae</a:t>
            </a:r>
            <a:r>
              <a:rPr lang="fr-FR" noProof="0" dirty="0"/>
              <a:t> ab </a:t>
            </a:r>
            <a:r>
              <a:rPr lang="fr-FR" noProof="0" dirty="0" err="1"/>
              <a:t>illo</a:t>
            </a:r>
            <a:r>
              <a:rPr lang="fr-FR" noProof="0" dirty="0"/>
              <a:t> </a:t>
            </a:r>
            <a:r>
              <a:rPr lang="fr-FR" noProof="0" dirty="0" err="1"/>
              <a:t>inventore</a:t>
            </a:r>
            <a:r>
              <a:rPr lang="fr-FR" noProof="0" dirty="0"/>
              <a:t> </a:t>
            </a:r>
            <a:r>
              <a:rPr lang="fr-FR" noProof="0" dirty="0" err="1"/>
              <a:t>veritatis</a:t>
            </a:r>
            <a:r>
              <a:rPr lang="fr-FR" noProof="0" dirty="0"/>
              <a:t> et quasi </a:t>
            </a:r>
            <a:r>
              <a:rPr lang="fr-FR" noProof="0" dirty="0" err="1"/>
              <a:t>architecto</a:t>
            </a:r>
            <a:r>
              <a:rPr lang="fr-FR" noProof="0" dirty="0"/>
              <a:t> </a:t>
            </a:r>
            <a:r>
              <a:rPr lang="fr-FR" noProof="0" dirty="0" err="1"/>
              <a:t>beatae</a:t>
            </a:r>
            <a:r>
              <a:rPr lang="fr-FR" noProof="0" dirty="0"/>
              <a:t> vitae dicta </a:t>
            </a:r>
            <a:r>
              <a:rPr lang="fr-FR" noProof="0" dirty="0" err="1"/>
              <a:t>sunt</a:t>
            </a:r>
            <a:r>
              <a:rPr lang="fr-FR" noProof="0" dirty="0"/>
              <a:t> </a:t>
            </a:r>
            <a:r>
              <a:rPr lang="fr-FR" noProof="0" dirty="0" err="1"/>
              <a:t>explicabo</a:t>
            </a:r>
            <a:r>
              <a:rPr lang="fr-FR" noProof="0" dirty="0"/>
              <a:t>.</a:t>
            </a:r>
          </a:p>
        </p:txBody>
      </p:sp>
      <p:sp>
        <p:nvSpPr>
          <p:cNvPr id="40" name="Text Placeholder 44">
            <a:extLst>
              <a:ext uri="{FF2B5EF4-FFF2-40B4-BE49-F238E27FC236}">
                <a16:creationId xmlns:a16="http://schemas.microsoft.com/office/drawing/2014/main" id="{280955BF-8F90-4CAC-8A45-1F10CE696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75103" y="2018421"/>
            <a:ext cx="3420000" cy="1422000"/>
          </a:xfr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60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r>
              <a:rPr lang="fr-FR" noProof="0" dirty="0"/>
              <a:t> </a:t>
            </a:r>
            <a:r>
              <a:rPr lang="fr-FR" noProof="0" dirty="0" err="1"/>
              <a:t>error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voluptatem</a:t>
            </a:r>
            <a:r>
              <a:rPr lang="fr-FR" noProof="0" dirty="0"/>
              <a:t> </a:t>
            </a:r>
            <a:r>
              <a:rPr lang="fr-FR" noProof="0" dirty="0" err="1"/>
              <a:t>accusantium</a:t>
            </a:r>
            <a:r>
              <a:rPr lang="fr-FR" noProof="0" dirty="0"/>
              <a:t> </a:t>
            </a:r>
            <a:r>
              <a:rPr lang="fr-FR" noProof="0" dirty="0" err="1"/>
              <a:t>doloremque</a:t>
            </a:r>
            <a:r>
              <a:rPr lang="fr-FR" noProof="0" dirty="0"/>
              <a:t> </a:t>
            </a:r>
            <a:r>
              <a:rPr lang="fr-FR" noProof="0" dirty="0" err="1"/>
              <a:t>laudantium</a:t>
            </a:r>
            <a:r>
              <a:rPr lang="fr-FR" noProof="0" dirty="0"/>
              <a:t>, </a:t>
            </a:r>
            <a:r>
              <a:rPr lang="fr-FR" noProof="0" dirty="0" err="1"/>
              <a:t>totam</a:t>
            </a:r>
            <a:r>
              <a:rPr lang="fr-FR" noProof="0" dirty="0"/>
              <a:t> rem </a:t>
            </a:r>
            <a:r>
              <a:rPr lang="fr-FR" noProof="0" dirty="0" err="1"/>
              <a:t>aperiam</a:t>
            </a:r>
            <a:r>
              <a:rPr lang="fr-FR" noProof="0" dirty="0"/>
              <a:t>, </a:t>
            </a:r>
            <a:r>
              <a:rPr lang="fr-FR" noProof="0" dirty="0" err="1"/>
              <a:t>eaque</a:t>
            </a:r>
            <a:r>
              <a:rPr lang="fr-FR" noProof="0" dirty="0"/>
              <a:t> </a:t>
            </a:r>
            <a:r>
              <a:rPr lang="fr-FR" noProof="0" dirty="0" err="1"/>
              <a:t>ipsa</a:t>
            </a:r>
            <a:r>
              <a:rPr lang="fr-FR" noProof="0" dirty="0"/>
              <a:t> </a:t>
            </a:r>
            <a:r>
              <a:rPr lang="fr-FR" noProof="0" dirty="0" err="1"/>
              <a:t>quae</a:t>
            </a:r>
            <a:r>
              <a:rPr lang="fr-FR" noProof="0" dirty="0"/>
              <a:t> ab </a:t>
            </a:r>
            <a:r>
              <a:rPr lang="fr-FR" noProof="0" dirty="0" err="1"/>
              <a:t>illo</a:t>
            </a:r>
            <a:r>
              <a:rPr lang="fr-FR" noProof="0" dirty="0"/>
              <a:t> </a:t>
            </a:r>
            <a:r>
              <a:rPr lang="fr-FR" noProof="0" dirty="0" err="1"/>
              <a:t>inventore</a:t>
            </a:r>
            <a:r>
              <a:rPr lang="fr-FR" noProof="0" dirty="0"/>
              <a:t> </a:t>
            </a:r>
            <a:r>
              <a:rPr lang="fr-FR" noProof="0" dirty="0" err="1"/>
              <a:t>veritatis</a:t>
            </a:r>
            <a:r>
              <a:rPr lang="fr-FR" noProof="0" dirty="0"/>
              <a:t> et quasi </a:t>
            </a:r>
            <a:r>
              <a:rPr lang="fr-FR" noProof="0" dirty="0" err="1"/>
              <a:t>architecto</a:t>
            </a:r>
            <a:r>
              <a:rPr lang="fr-FR" noProof="0" dirty="0"/>
              <a:t> </a:t>
            </a:r>
            <a:r>
              <a:rPr lang="fr-FR" noProof="0" dirty="0" err="1"/>
              <a:t>beatae</a:t>
            </a:r>
            <a:r>
              <a:rPr lang="fr-FR" noProof="0" dirty="0"/>
              <a:t> vitae dicta </a:t>
            </a:r>
            <a:r>
              <a:rPr lang="fr-FR" noProof="0" dirty="0" err="1"/>
              <a:t>sunt</a:t>
            </a:r>
            <a:r>
              <a:rPr lang="fr-FR" noProof="0" dirty="0"/>
              <a:t> </a:t>
            </a:r>
            <a:r>
              <a:rPr lang="fr-FR" noProof="0" dirty="0" err="1"/>
              <a:t>explicabo</a:t>
            </a:r>
            <a:r>
              <a:rPr lang="fr-FR" noProof="0" dirty="0"/>
              <a:t>.</a:t>
            </a:r>
          </a:p>
        </p:txBody>
      </p:sp>
      <p:sp>
        <p:nvSpPr>
          <p:cNvPr id="41" name="Text Placeholder 44">
            <a:extLst>
              <a:ext uri="{FF2B5EF4-FFF2-40B4-BE49-F238E27FC236}">
                <a16:creationId xmlns:a16="http://schemas.microsoft.com/office/drawing/2014/main" id="{8410613D-2D18-4B8B-BA4D-4B9A0F32C4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103" y="4568554"/>
            <a:ext cx="3420000" cy="432000"/>
          </a:xfrm>
        </p:spPr>
        <p:txBody>
          <a:bodyPr>
            <a:noAutofit/>
          </a:bodyPr>
          <a:lstStyle>
            <a:lvl1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endParaRPr lang="fr-FR" noProof="0" dirty="0"/>
          </a:p>
        </p:txBody>
      </p:sp>
      <p:sp>
        <p:nvSpPr>
          <p:cNvPr id="44" name="Text Placeholder 44">
            <a:extLst>
              <a:ext uri="{FF2B5EF4-FFF2-40B4-BE49-F238E27FC236}">
                <a16:creationId xmlns:a16="http://schemas.microsoft.com/office/drawing/2014/main" id="{048A2085-BD6F-40AD-97CD-A60C5D6D57C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103" y="5004850"/>
            <a:ext cx="3420000" cy="432000"/>
          </a:xfrm>
        </p:spPr>
        <p:txBody>
          <a:bodyPr>
            <a:noAutofit/>
          </a:bodyPr>
          <a:lstStyle>
            <a:lvl1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endParaRPr lang="fr-FR" noProof="0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708BDDCD-9A0F-4792-8E02-6FD25DF8856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75103" y="5441146"/>
            <a:ext cx="3420000" cy="432000"/>
          </a:xfrm>
        </p:spPr>
        <p:txBody>
          <a:bodyPr>
            <a:noAutofit/>
          </a:bodyPr>
          <a:lstStyle>
            <a:lvl1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endParaRPr lang="fr-FR" noProof="0" dirty="0"/>
          </a:p>
        </p:txBody>
      </p:sp>
      <p:sp>
        <p:nvSpPr>
          <p:cNvPr id="46" name="Text Placeholder 44">
            <a:extLst>
              <a:ext uri="{FF2B5EF4-FFF2-40B4-BE49-F238E27FC236}">
                <a16:creationId xmlns:a16="http://schemas.microsoft.com/office/drawing/2014/main" id="{1BD47878-962C-4F0D-9835-F58EB64847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75103" y="5877442"/>
            <a:ext cx="3420000" cy="432000"/>
          </a:xfrm>
        </p:spPr>
        <p:txBody>
          <a:bodyPr>
            <a:noAutofit/>
          </a:bodyPr>
          <a:lstStyle>
            <a:lvl1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009A44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endParaRPr lang="fr-FR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CA5FE-253A-4527-9E52-ABCF1E27F56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0859946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489D2F4-222C-4166-A854-D4EE54C0A7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90E0CA7-D141-4FA9-AF2D-9CF0EA59AF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 sz="900" noProof="0"/>
              <a:t>Insert </a:t>
            </a:r>
            <a:r>
              <a:rPr lang="fr-FR" sz="900" noProof="0" err="1"/>
              <a:t>sponsorship</a:t>
            </a:r>
            <a:r>
              <a:rPr lang="fr-FR" sz="900" noProof="0"/>
              <a:t> mark </a:t>
            </a:r>
            <a:r>
              <a:rPr lang="fr-FR" sz="900" noProof="0" err="1"/>
              <a:t>here</a:t>
            </a:r>
            <a:endParaRPr lang="fr-FR" noProof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53BBCE7-3328-4812-AAAE-E9F5BFCC30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BCE3455-913B-CB2B-1B05-D6E51D22C7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044" y="145579"/>
            <a:ext cx="2560320" cy="104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74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- Deloitt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0A2CA9-2B8E-4C4F-8A4E-652320D11E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8743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355333"/>
            <a:ext cx="10418233" cy="718555"/>
          </a:xfrm>
        </p:spPr>
        <p:txBody>
          <a:bodyPr anchor="b"/>
          <a:lstStyle>
            <a:lvl1pPr>
              <a:lnSpc>
                <a:spcPct val="95000"/>
              </a:lnSpc>
              <a:defRPr sz="32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1073888"/>
            <a:ext cx="10418233" cy="71855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2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36F0BD-DA91-47EE-948C-DFB8C03535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95E6B8-B527-4896-9225-7B39E709C3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9B1EB-B4DF-4FEA-B50A-503E6839E0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96732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31E1F1-AD0D-4A09-8AFF-49DD92DDAF3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9628B-F0FD-4370-9576-C8D71B6E8C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0BAA-52A5-466C-BA4B-17FC60A873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20158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seu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49" y="317501"/>
            <a:ext cx="11188700" cy="338554"/>
          </a:xfrm>
        </p:spPr>
        <p:txBody>
          <a:bodyPr>
            <a:spAutoFit/>
          </a:bodyPr>
          <a:lstStyle/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ACE9A-EDFA-4459-80DC-6BDC645E6E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BCBCE-C140-48EE-8458-57EDC7C08F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ABAE2-53A4-4FEE-894F-29417A65C1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46281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F561-1796-4484-B9ED-73FCBEA962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68713-6614-488C-A0F2-635870DF10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48AA4-9D38-4F35-A8E2-49AA99CF50A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6005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subtitle &amp; 1 column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49" y="651600"/>
            <a:ext cx="1118870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48" y="317500"/>
            <a:ext cx="11188800" cy="3385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 hasCustomPrompt="1"/>
          </p:nvPr>
        </p:nvSpPr>
        <p:spPr>
          <a:xfrm>
            <a:off x="501648" y="1626224"/>
            <a:ext cx="11188703" cy="47529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3pPr marL="180000" indent="-180000">
              <a:defRPr/>
            </a:lvl3pPr>
            <a:lvl4pPr marL="360000" indent="-180000">
              <a:defRPr/>
            </a:lvl4pPr>
            <a:lvl5pPr marL="540000" indent="-180000">
              <a:defRPr/>
            </a:lvl5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edit</a:t>
            </a:r>
            <a:r>
              <a:rPr lang="fr-FR" noProof="0" dirty="0"/>
              <a:t> Master </a:t>
            </a:r>
            <a:r>
              <a:rPr lang="fr-FR" noProof="0" dirty="0" err="1"/>
              <a:t>text</a:t>
            </a:r>
            <a:r>
              <a:rPr lang="fr-FR" noProof="0" dirty="0"/>
              <a:t> styles</a:t>
            </a:r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2"/>
            <a:r>
              <a:rPr lang="fr-FR" noProof="0" dirty="0" err="1"/>
              <a:t>Third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3"/>
            <a:r>
              <a:rPr lang="fr-FR" noProof="0" dirty="0" err="1"/>
              <a:t>Fourth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4"/>
            <a:r>
              <a:rPr lang="fr-FR" noProof="0" dirty="0" err="1"/>
              <a:t>Fifth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D408E8-9BBA-462A-9700-60649B088B6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554EE-47D5-4878-B187-9F834B60BF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BDF63-064F-4A6E-BA74-23314D91DE1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94581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ontent with quot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0"/>
            <a:ext cx="11188700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4" y="1628776"/>
            <a:ext cx="4112468" cy="47529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22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0"/>
            <a:ext cx="1118869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D2399DA-7479-481E-A255-A8CB70F7274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1649" y="1628776"/>
            <a:ext cx="6505200" cy="4752976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 marL="180000" indent="-180000">
              <a:tabLst>
                <a:tab pos="5029200" algn="r"/>
              </a:tabLst>
              <a:defRPr/>
            </a:lvl3pPr>
            <a:lvl4pPr marL="360000" indent="-180000">
              <a:tabLst>
                <a:tab pos="5029200" algn="r"/>
              </a:tabLst>
              <a:defRPr/>
            </a:lvl4pPr>
            <a:lvl5pPr marL="540000" indent="-180000"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C7918E-0CBE-400A-BB01-6BCB869E216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55FE2-BE66-43B1-AB9A-AE4FB3A4DBC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A8BD0-C25D-4579-8353-0BEA7F6FB28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16361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748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748" y="317500"/>
            <a:ext cx="11188700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48" y="1998834"/>
            <a:ext cx="3564000" cy="410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fr-FR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48" y="1628775"/>
            <a:ext cx="3562351" cy="356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14070" y="1998834"/>
            <a:ext cx="3564000" cy="410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fr-FR" noProof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13246" y="1628775"/>
            <a:ext cx="3564000" cy="356400"/>
          </a:xfrm>
        </p:spPr>
        <p:txBody>
          <a:bodyPr vert="horz" lIns="0" tIns="0" rIns="0" bIns="0" rtlCol="0">
            <a:normAutofit/>
          </a:bodyPr>
          <a:lstStyle>
            <a:lvl1pPr>
              <a:defRPr lang="en-US" noProof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26493" y="1998834"/>
            <a:ext cx="3563953" cy="410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fr-FR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26493" y="1628775"/>
            <a:ext cx="3563955" cy="356400"/>
          </a:xfrm>
        </p:spPr>
        <p:txBody>
          <a:bodyPr vert="horz" lIns="0" tIns="0" rIns="0" bIns="0" rtlCol="0">
            <a:normAutofit/>
          </a:bodyPr>
          <a:lstStyle>
            <a:lvl1pPr>
              <a:defRPr lang="en-US" noProof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8" y="6121014"/>
            <a:ext cx="111888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830468-F218-48F9-A988-80B639B4552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6A505-8178-488C-84EC-245FA078931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52E8A-9461-4882-AB30-42BF1DEEF098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17853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profi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749" y="317500"/>
            <a:ext cx="11188700" cy="338554"/>
          </a:xfrm>
        </p:spPr>
        <p:txBody>
          <a:bodyPr>
            <a:spAutoFit/>
          </a:bodyPr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4" name="Rectangle 3"/>
          <p:cNvSpPr/>
          <p:nvPr/>
        </p:nvSpPr>
        <p:spPr>
          <a:xfrm>
            <a:off x="501649" y="170021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3249" y="1700213"/>
            <a:ext cx="54972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1649" y="4065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93249" y="4065173"/>
            <a:ext cx="54972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501649" y="1880213"/>
            <a:ext cx="1968000" cy="1476000"/>
          </a:xfrm>
        </p:spPr>
        <p:txBody>
          <a:bodyPr/>
          <a:lstStyle>
            <a:lvl1pPr algn="ctr"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193249" y="1880213"/>
            <a:ext cx="1968000" cy="1476000"/>
          </a:xfrm>
        </p:spPr>
        <p:txBody>
          <a:bodyPr/>
          <a:lstStyle>
            <a:lvl1pPr algn="ctr"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501649" y="4256213"/>
            <a:ext cx="1968000" cy="1476000"/>
          </a:xfrm>
        </p:spPr>
        <p:txBody>
          <a:bodyPr/>
          <a:lstStyle>
            <a:lvl1pPr algn="ctr"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193249" y="4256213"/>
            <a:ext cx="1968000" cy="1476000"/>
          </a:xfrm>
        </p:spPr>
        <p:txBody>
          <a:bodyPr/>
          <a:lstStyle>
            <a:lvl1pPr algn="ctr"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709649" y="1880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b="0">
                <a:latin typeface="Aptos" panose="020B0004020202020204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403649" y="1880213"/>
            <a:ext cx="32868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b="0">
                <a:latin typeface="Aptos" panose="020B0004020202020204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709649" y="4256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b="0">
                <a:latin typeface="Aptos" panose="020B0004020202020204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403649" y="4256213"/>
            <a:ext cx="32868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b="0">
                <a:latin typeface="Aptos" panose="020B0004020202020204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49" y="651600"/>
            <a:ext cx="111888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CF2FE-5954-4BEA-A04A-EAD3A9101D7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4B625C8-E56D-4BEE-A1A3-DE75C2080D3B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C805871-3349-4D64-9664-46655C54BEEC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177673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alifications 2 x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49" y="1851468"/>
            <a:ext cx="5497200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>
              <a:spcAft>
                <a:spcPts val="1000"/>
              </a:spcAft>
              <a:defRPr>
                <a:latin typeface="Aptos" panose="020B0004020202020204" pitchFamily="34" charset="0"/>
              </a:defRPr>
            </a:lvl2pPr>
            <a:lvl3pPr marL="0" indent="0">
              <a:spcAft>
                <a:spcPts val="1000"/>
              </a:spcAft>
              <a:buNone/>
              <a:defRPr>
                <a:latin typeface="Aptos" panose="020B0004020202020204" pitchFamily="34" charset="0"/>
              </a:defRPr>
            </a:lvl3pPr>
            <a:lvl4pPr marL="180000" indent="-180000">
              <a:spcAft>
                <a:spcPts val="1000"/>
              </a:spcAft>
              <a:buFont typeface="Arial" panose="020B0604020202020204" pitchFamily="34" charset="0"/>
              <a:buChar char="•"/>
              <a:defRPr>
                <a:latin typeface="Aptos" panose="020B0004020202020204" pitchFamily="34" charset="0"/>
              </a:defRPr>
            </a:lvl4pPr>
            <a:lvl5pPr marL="360000" indent="-180000">
              <a:spcAft>
                <a:spcPts val="1000"/>
              </a:spcAft>
              <a:defRPr baseline="0">
                <a:latin typeface="Aptos" panose="020B0004020202020204" pitchFamily="34" charset="0"/>
              </a:defRPr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93152" y="1851468"/>
            <a:ext cx="5497200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>
              <a:spcAft>
                <a:spcPts val="1000"/>
              </a:spcAft>
              <a:defRPr>
                <a:latin typeface="Aptos" panose="020B0004020202020204" pitchFamily="34" charset="0"/>
              </a:defRPr>
            </a:lvl2pPr>
            <a:lvl3pPr marL="0" indent="0">
              <a:spcAft>
                <a:spcPts val="1000"/>
              </a:spcAft>
              <a:buNone/>
              <a:defRPr>
                <a:latin typeface="Aptos" panose="020B0004020202020204" pitchFamily="34" charset="0"/>
              </a:defRPr>
            </a:lvl3pPr>
            <a:lvl4pPr marL="180000" indent="-180000">
              <a:spcAft>
                <a:spcPts val="1000"/>
              </a:spcAft>
              <a:buFont typeface="Arial" panose="020B0604020202020204" pitchFamily="34" charset="0"/>
              <a:buChar char="•"/>
              <a:defRPr>
                <a:latin typeface="Aptos" panose="020B0004020202020204" pitchFamily="34" charset="0"/>
              </a:defRPr>
            </a:lvl4pPr>
            <a:lvl5pPr marL="360000" indent="-180000">
              <a:spcAft>
                <a:spcPts val="1000"/>
              </a:spcAft>
              <a:defRPr baseline="0">
                <a:latin typeface="Aptos" panose="020B0004020202020204" pitchFamily="34" charset="0"/>
              </a:defRPr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2"/>
            <a:ext cx="11188700" cy="338554"/>
          </a:xfrm>
        </p:spPr>
        <p:txBody>
          <a:bodyPr>
            <a:spAutoFit/>
          </a:bodyPr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4" name="Rectangle 3"/>
          <p:cNvSpPr/>
          <p:nvPr/>
        </p:nvSpPr>
        <p:spPr>
          <a:xfrm>
            <a:off x="501649" y="1705378"/>
            <a:ext cx="54972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3152" y="1705378"/>
            <a:ext cx="54972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fr-FR" sz="1100" noProof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88642" y="1851468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Aptos" panose="020B0004020202020204" pitchFamily="34" charset="0"/>
              </a:defRPr>
            </a:lvl1pPr>
          </a:lstStyle>
          <a:p>
            <a:pPr>
              <a:spcBef>
                <a:spcPct val="0"/>
              </a:spcBef>
            </a:pPr>
            <a:r>
              <a:rPr lang="fr-FR" sz="1200" noProof="0" err="1">
                <a:solidFill>
                  <a:schemeClr val="bg1"/>
                </a:solidFill>
              </a:rPr>
              <a:t>Co-brand</a:t>
            </a:r>
            <a:br>
              <a:rPr lang="fr-FR" sz="1200" noProof="0">
                <a:solidFill>
                  <a:schemeClr val="bg1"/>
                </a:solidFill>
              </a:rPr>
            </a:br>
            <a:r>
              <a:rPr lang="fr-FR" sz="1200" noProof="0">
                <a:solidFill>
                  <a:schemeClr val="bg1"/>
                </a:solidFill>
              </a:rPr>
              <a:t>Logo</a:t>
            </a:r>
          </a:p>
          <a:p>
            <a:endParaRPr lang="fr-FR" noProof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80752" y="1851468"/>
            <a:ext cx="120960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Aptos" panose="020B0004020202020204" pitchFamily="34" charset="0"/>
              </a:defRPr>
            </a:lvl1pPr>
          </a:lstStyle>
          <a:p>
            <a:pPr>
              <a:spcBef>
                <a:spcPct val="0"/>
              </a:spcBef>
            </a:pPr>
            <a:r>
              <a:rPr lang="fr-FR" sz="1200" noProof="0" err="1">
                <a:solidFill>
                  <a:schemeClr val="bg1"/>
                </a:solidFill>
              </a:rPr>
              <a:t>Co-brand</a:t>
            </a:r>
            <a:br>
              <a:rPr lang="fr-FR" sz="1200" noProof="0">
                <a:solidFill>
                  <a:schemeClr val="bg1"/>
                </a:solidFill>
              </a:rPr>
            </a:br>
            <a:r>
              <a:rPr lang="fr-FR" sz="1200" noProof="0">
                <a:solidFill>
                  <a:schemeClr val="bg1"/>
                </a:solidFill>
              </a:rPr>
              <a:t>Logo</a:t>
            </a:r>
          </a:p>
          <a:p>
            <a:endParaRPr lang="fr-FR" noProof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2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46CFE-2295-4E31-9E56-EB12CE3326E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8FB18A-D236-4D68-A756-331CF12EB04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82EFE8-4AFB-489D-A0DE-334711622880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39002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V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824F54BF-2731-45DB-ACF8-1C5937A479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1" y="393162"/>
            <a:ext cx="2163600" cy="2161666"/>
          </a:xfrm>
          <a:prstGeom prst="ellipse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4E4CE5AE-EDE6-47DA-BB3F-CE8BB851D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649" y="6477001"/>
            <a:ext cx="46962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9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1203C264-2664-4C65-9D3B-B8461B75B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0370" y="6477001"/>
            <a:ext cx="2700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fr-FR" sz="90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E378C-680B-4D8F-9CE2-6FF316AAD5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48" y="2865438"/>
            <a:ext cx="3527989" cy="360000"/>
          </a:xfrm>
        </p:spPr>
        <p:txBody>
          <a:bodyPr>
            <a:normAutofit/>
          </a:bodyPr>
          <a:lstStyle>
            <a:lvl1pPr>
              <a:defRPr sz="2000" b="1"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Prénom Nom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C7F9612-729F-47D1-9FD3-1F6A06EE64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1648" y="3272563"/>
            <a:ext cx="3527989" cy="360000"/>
          </a:xfrm>
        </p:spPr>
        <p:txBody>
          <a:bodyPr>
            <a:normAutofit/>
          </a:bodyPr>
          <a:lstStyle>
            <a:lvl1pPr>
              <a:defRPr sz="1800" b="1">
                <a:solidFill>
                  <a:srgbClr val="9DD4CF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Fonction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A982542-BE3D-4148-8B89-E73615CAFF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48" y="3679688"/>
            <a:ext cx="3527989" cy="360000"/>
          </a:xfrm>
        </p:spPr>
        <p:txBody>
          <a:bodyPr>
            <a:normAutofit/>
          </a:bodyPr>
          <a:lstStyle>
            <a:lvl1pPr>
              <a:defRPr sz="1600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Activité</a:t>
            </a:r>
          </a:p>
        </p:txBody>
      </p:sp>
      <p:grpSp>
        <p:nvGrpSpPr>
          <p:cNvPr id="13" name="Group 887">
            <a:extLst>
              <a:ext uri="{FF2B5EF4-FFF2-40B4-BE49-F238E27FC236}">
                <a16:creationId xmlns:a16="http://schemas.microsoft.com/office/drawing/2014/main" id="{97F8670C-02BB-47D5-A555-CFD96BB2018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1649" y="4146110"/>
            <a:ext cx="173524" cy="173524"/>
            <a:chOff x="3302" y="3789"/>
            <a:chExt cx="340" cy="340"/>
          </a:xfrm>
          <a:solidFill>
            <a:srgbClr val="86BC25"/>
          </a:solidFill>
        </p:grpSpPr>
        <p:sp>
          <p:nvSpPr>
            <p:cNvPr id="14" name="Rectangle 888">
              <a:extLst>
                <a:ext uri="{FF2B5EF4-FFF2-40B4-BE49-F238E27FC236}">
                  <a16:creationId xmlns:a16="http://schemas.microsoft.com/office/drawing/2014/main" id="{CFC6D1EB-56D4-4912-AED5-2D687CF24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" y="3889"/>
              <a:ext cx="58" cy="1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5" name="Freeform 889">
              <a:extLst>
                <a:ext uri="{FF2B5EF4-FFF2-40B4-BE49-F238E27FC236}">
                  <a16:creationId xmlns:a16="http://schemas.microsoft.com/office/drawing/2014/main" id="{7EF8E2DF-5422-42B0-AE7B-3EDB75DA02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2" y="3867"/>
              <a:ext cx="100" cy="184"/>
            </a:xfrm>
            <a:custGeom>
              <a:avLst/>
              <a:gdLst>
                <a:gd name="T0" fmla="*/ 148 w 150"/>
                <a:gd name="T1" fmla="*/ 0 h 277"/>
                <a:gd name="T2" fmla="*/ 2 w 150"/>
                <a:gd name="T3" fmla="*/ 0 h 277"/>
                <a:gd name="T4" fmla="*/ 0 w 150"/>
                <a:gd name="T5" fmla="*/ 0 h 277"/>
                <a:gd name="T6" fmla="*/ 0 w 150"/>
                <a:gd name="T7" fmla="*/ 277 h 277"/>
                <a:gd name="T8" fmla="*/ 0 w 150"/>
                <a:gd name="T9" fmla="*/ 277 h 277"/>
                <a:gd name="T10" fmla="*/ 2 w 150"/>
                <a:gd name="T11" fmla="*/ 277 h 277"/>
                <a:gd name="T12" fmla="*/ 148 w 150"/>
                <a:gd name="T13" fmla="*/ 277 h 277"/>
                <a:gd name="T14" fmla="*/ 150 w 150"/>
                <a:gd name="T15" fmla="*/ 276 h 277"/>
                <a:gd name="T16" fmla="*/ 150 w 150"/>
                <a:gd name="T17" fmla="*/ 0 h 277"/>
                <a:gd name="T18" fmla="*/ 148 w 150"/>
                <a:gd name="T19" fmla="*/ 0 h 277"/>
                <a:gd name="T20" fmla="*/ 75 w 150"/>
                <a:gd name="T21" fmla="*/ 256 h 277"/>
                <a:gd name="T22" fmla="*/ 64 w 150"/>
                <a:gd name="T23" fmla="*/ 245 h 277"/>
                <a:gd name="T24" fmla="*/ 75 w 150"/>
                <a:gd name="T25" fmla="*/ 234 h 277"/>
                <a:gd name="T26" fmla="*/ 86 w 150"/>
                <a:gd name="T27" fmla="*/ 245 h 277"/>
                <a:gd name="T28" fmla="*/ 75 w 150"/>
                <a:gd name="T29" fmla="*/ 256 h 277"/>
                <a:gd name="T30" fmla="*/ 139 w 150"/>
                <a:gd name="T31" fmla="*/ 202 h 277"/>
                <a:gd name="T32" fmla="*/ 128 w 150"/>
                <a:gd name="T33" fmla="*/ 213 h 277"/>
                <a:gd name="T34" fmla="*/ 22 w 150"/>
                <a:gd name="T35" fmla="*/ 213 h 277"/>
                <a:gd name="T36" fmla="*/ 11 w 150"/>
                <a:gd name="T37" fmla="*/ 202 h 277"/>
                <a:gd name="T38" fmla="*/ 11 w 150"/>
                <a:gd name="T39" fmla="*/ 21 h 277"/>
                <a:gd name="T40" fmla="*/ 22 w 150"/>
                <a:gd name="T41" fmla="*/ 10 h 277"/>
                <a:gd name="T42" fmla="*/ 128 w 150"/>
                <a:gd name="T43" fmla="*/ 10 h 277"/>
                <a:gd name="T44" fmla="*/ 139 w 150"/>
                <a:gd name="T45" fmla="*/ 21 h 277"/>
                <a:gd name="T46" fmla="*/ 139 w 150"/>
                <a:gd name="T47" fmla="*/ 202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0" h="277">
                  <a:moveTo>
                    <a:pt x="14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1" y="277"/>
                    <a:pt x="1" y="277"/>
                    <a:pt x="2" y="277"/>
                  </a:cubicBezTo>
                  <a:cubicBezTo>
                    <a:pt x="148" y="277"/>
                    <a:pt x="148" y="277"/>
                    <a:pt x="148" y="277"/>
                  </a:cubicBezTo>
                  <a:cubicBezTo>
                    <a:pt x="149" y="277"/>
                    <a:pt x="150" y="277"/>
                    <a:pt x="150" y="276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49" y="0"/>
                    <a:pt x="148" y="0"/>
                  </a:cubicBezTo>
                  <a:close/>
                  <a:moveTo>
                    <a:pt x="75" y="256"/>
                  </a:moveTo>
                  <a:cubicBezTo>
                    <a:pt x="69" y="256"/>
                    <a:pt x="64" y="251"/>
                    <a:pt x="64" y="245"/>
                  </a:cubicBezTo>
                  <a:cubicBezTo>
                    <a:pt x="64" y="239"/>
                    <a:pt x="69" y="234"/>
                    <a:pt x="75" y="234"/>
                  </a:cubicBezTo>
                  <a:cubicBezTo>
                    <a:pt x="81" y="234"/>
                    <a:pt x="86" y="239"/>
                    <a:pt x="86" y="245"/>
                  </a:cubicBezTo>
                  <a:cubicBezTo>
                    <a:pt x="86" y="251"/>
                    <a:pt x="81" y="256"/>
                    <a:pt x="75" y="256"/>
                  </a:cubicBezTo>
                  <a:close/>
                  <a:moveTo>
                    <a:pt x="139" y="202"/>
                  </a:moveTo>
                  <a:cubicBezTo>
                    <a:pt x="139" y="208"/>
                    <a:pt x="134" y="213"/>
                    <a:pt x="128" y="213"/>
                  </a:cubicBezTo>
                  <a:cubicBezTo>
                    <a:pt x="22" y="213"/>
                    <a:pt x="22" y="213"/>
                    <a:pt x="22" y="213"/>
                  </a:cubicBezTo>
                  <a:cubicBezTo>
                    <a:pt x="16" y="213"/>
                    <a:pt x="11" y="208"/>
                    <a:pt x="11" y="20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6" y="10"/>
                    <a:pt x="22" y="10"/>
                  </a:cubicBezTo>
                  <a:cubicBezTo>
                    <a:pt x="128" y="10"/>
                    <a:pt x="128" y="10"/>
                    <a:pt x="128" y="10"/>
                  </a:cubicBezTo>
                  <a:cubicBezTo>
                    <a:pt x="134" y="10"/>
                    <a:pt x="139" y="15"/>
                    <a:pt x="139" y="21"/>
                  </a:cubicBezTo>
                  <a:lnTo>
                    <a:pt x="139" y="2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6" name="Freeform 890">
              <a:extLst>
                <a:ext uri="{FF2B5EF4-FFF2-40B4-BE49-F238E27FC236}">
                  <a16:creationId xmlns:a16="http://schemas.microsoft.com/office/drawing/2014/main" id="{3AE25BBC-728A-44AC-A3DB-6D5DE321A8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2" y="3789"/>
              <a:ext cx="340" cy="34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352 w 512"/>
                <a:gd name="T11" fmla="*/ 395 h 512"/>
                <a:gd name="T12" fmla="*/ 329 w 512"/>
                <a:gd name="T13" fmla="*/ 416 h 512"/>
                <a:gd name="T14" fmla="*/ 183 w 512"/>
                <a:gd name="T15" fmla="*/ 416 h 512"/>
                <a:gd name="T16" fmla="*/ 160 w 512"/>
                <a:gd name="T17" fmla="*/ 395 h 512"/>
                <a:gd name="T18" fmla="*/ 160 w 512"/>
                <a:gd name="T19" fmla="*/ 118 h 512"/>
                <a:gd name="T20" fmla="*/ 183 w 512"/>
                <a:gd name="T21" fmla="*/ 96 h 512"/>
                <a:gd name="T22" fmla="*/ 329 w 512"/>
                <a:gd name="T23" fmla="*/ 96 h 512"/>
                <a:gd name="T24" fmla="*/ 352 w 512"/>
                <a:gd name="T25" fmla="*/ 118 h 512"/>
                <a:gd name="T26" fmla="*/ 352 w 512"/>
                <a:gd name="T27" fmla="*/ 39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  <a:moveTo>
                    <a:pt x="352" y="395"/>
                  </a:moveTo>
                  <a:cubicBezTo>
                    <a:pt x="352" y="407"/>
                    <a:pt x="342" y="416"/>
                    <a:pt x="329" y="416"/>
                  </a:cubicBezTo>
                  <a:cubicBezTo>
                    <a:pt x="183" y="416"/>
                    <a:pt x="183" y="416"/>
                    <a:pt x="183" y="416"/>
                  </a:cubicBezTo>
                  <a:cubicBezTo>
                    <a:pt x="170" y="416"/>
                    <a:pt x="160" y="407"/>
                    <a:pt x="160" y="395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06"/>
                    <a:pt x="170" y="96"/>
                    <a:pt x="183" y="96"/>
                  </a:cubicBezTo>
                  <a:cubicBezTo>
                    <a:pt x="329" y="96"/>
                    <a:pt x="329" y="96"/>
                    <a:pt x="329" y="96"/>
                  </a:cubicBezTo>
                  <a:cubicBezTo>
                    <a:pt x="342" y="96"/>
                    <a:pt x="352" y="106"/>
                    <a:pt x="352" y="118"/>
                  </a:cubicBezTo>
                  <a:lnTo>
                    <a:pt x="352" y="3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7" name="Freeform 701">
            <a:extLst>
              <a:ext uri="{FF2B5EF4-FFF2-40B4-BE49-F238E27FC236}">
                <a16:creationId xmlns:a16="http://schemas.microsoft.com/office/drawing/2014/main" id="{3FEC3093-4628-4C52-B4D9-05B2E4CB0DA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04526" y="4400292"/>
            <a:ext cx="167770" cy="168262"/>
          </a:xfrm>
          <a:custGeom>
            <a:avLst/>
            <a:gdLst>
              <a:gd name="T0" fmla="*/ 202 w 512"/>
              <a:gd name="T1" fmla="*/ 252 h 512"/>
              <a:gd name="T2" fmla="*/ 117 w 512"/>
              <a:gd name="T3" fmla="*/ 337 h 512"/>
              <a:gd name="T4" fmla="*/ 117 w 512"/>
              <a:gd name="T5" fmla="*/ 173 h 512"/>
              <a:gd name="T6" fmla="*/ 202 w 512"/>
              <a:gd name="T7" fmla="*/ 252 h 512"/>
              <a:gd name="T8" fmla="*/ 378 w 512"/>
              <a:gd name="T9" fmla="*/ 160 h 512"/>
              <a:gd name="T10" fmla="*/ 133 w 512"/>
              <a:gd name="T11" fmla="*/ 160 h 512"/>
              <a:gd name="T12" fmla="*/ 256 w 512"/>
              <a:gd name="T13" fmla="*/ 273 h 512"/>
              <a:gd name="T14" fmla="*/ 378 w 512"/>
              <a:gd name="T15" fmla="*/ 160 h 512"/>
              <a:gd name="T16" fmla="*/ 263 w 512"/>
              <a:gd name="T17" fmla="*/ 295 h 512"/>
              <a:gd name="T18" fmla="*/ 256 w 512"/>
              <a:gd name="T19" fmla="*/ 298 h 512"/>
              <a:gd name="T20" fmla="*/ 248 w 512"/>
              <a:gd name="T21" fmla="*/ 295 h 512"/>
              <a:gd name="T22" fmla="*/ 217 w 512"/>
              <a:gd name="T23" fmla="*/ 267 h 512"/>
              <a:gd name="T24" fmla="*/ 132 w 512"/>
              <a:gd name="T25" fmla="*/ 352 h 512"/>
              <a:gd name="T26" fmla="*/ 379 w 512"/>
              <a:gd name="T27" fmla="*/ 352 h 512"/>
              <a:gd name="T28" fmla="*/ 294 w 512"/>
              <a:gd name="T29" fmla="*/ 267 h 512"/>
              <a:gd name="T30" fmla="*/ 263 w 512"/>
              <a:gd name="T31" fmla="*/ 295 h 512"/>
              <a:gd name="T32" fmla="*/ 512 w 512"/>
              <a:gd name="T33" fmla="*/ 256 h 512"/>
              <a:gd name="T34" fmla="*/ 256 w 512"/>
              <a:gd name="T35" fmla="*/ 512 h 512"/>
              <a:gd name="T36" fmla="*/ 0 w 512"/>
              <a:gd name="T37" fmla="*/ 256 h 512"/>
              <a:gd name="T38" fmla="*/ 256 w 512"/>
              <a:gd name="T39" fmla="*/ 0 h 512"/>
              <a:gd name="T40" fmla="*/ 512 w 512"/>
              <a:gd name="T41" fmla="*/ 256 h 512"/>
              <a:gd name="T42" fmla="*/ 416 w 512"/>
              <a:gd name="T43" fmla="*/ 149 h 512"/>
              <a:gd name="T44" fmla="*/ 405 w 512"/>
              <a:gd name="T45" fmla="*/ 138 h 512"/>
              <a:gd name="T46" fmla="*/ 106 w 512"/>
              <a:gd name="T47" fmla="*/ 138 h 512"/>
              <a:gd name="T48" fmla="*/ 96 w 512"/>
              <a:gd name="T49" fmla="*/ 149 h 512"/>
              <a:gd name="T50" fmla="*/ 96 w 512"/>
              <a:gd name="T51" fmla="*/ 362 h 512"/>
              <a:gd name="T52" fmla="*/ 106 w 512"/>
              <a:gd name="T53" fmla="*/ 373 h 512"/>
              <a:gd name="T54" fmla="*/ 405 w 512"/>
              <a:gd name="T55" fmla="*/ 373 h 512"/>
              <a:gd name="T56" fmla="*/ 416 w 512"/>
              <a:gd name="T57" fmla="*/ 362 h 512"/>
              <a:gd name="T58" fmla="*/ 416 w 512"/>
              <a:gd name="T59" fmla="*/ 149 h 512"/>
              <a:gd name="T60" fmla="*/ 394 w 512"/>
              <a:gd name="T61" fmla="*/ 337 h 512"/>
              <a:gd name="T62" fmla="*/ 394 w 512"/>
              <a:gd name="T63" fmla="*/ 173 h 512"/>
              <a:gd name="T64" fmla="*/ 310 w 512"/>
              <a:gd name="T65" fmla="*/ 252 h 512"/>
              <a:gd name="T66" fmla="*/ 394 w 512"/>
              <a:gd name="T67" fmla="*/ 33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12" h="512">
                <a:moveTo>
                  <a:pt x="202" y="252"/>
                </a:moveTo>
                <a:cubicBezTo>
                  <a:pt x="117" y="337"/>
                  <a:pt x="117" y="337"/>
                  <a:pt x="117" y="337"/>
                </a:cubicBezTo>
                <a:cubicBezTo>
                  <a:pt x="117" y="173"/>
                  <a:pt x="117" y="173"/>
                  <a:pt x="117" y="173"/>
                </a:cubicBezTo>
                <a:lnTo>
                  <a:pt x="202" y="252"/>
                </a:lnTo>
                <a:close/>
                <a:moveTo>
                  <a:pt x="378" y="160"/>
                </a:moveTo>
                <a:cubicBezTo>
                  <a:pt x="133" y="160"/>
                  <a:pt x="133" y="160"/>
                  <a:pt x="133" y="160"/>
                </a:cubicBezTo>
                <a:cubicBezTo>
                  <a:pt x="256" y="273"/>
                  <a:pt x="256" y="273"/>
                  <a:pt x="256" y="273"/>
                </a:cubicBezTo>
                <a:lnTo>
                  <a:pt x="378" y="160"/>
                </a:lnTo>
                <a:close/>
                <a:moveTo>
                  <a:pt x="263" y="295"/>
                </a:moveTo>
                <a:cubicBezTo>
                  <a:pt x="261" y="297"/>
                  <a:pt x="258" y="298"/>
                  <a:pt x="256" y="298"/>
                </a:cubicBezTo>
                <a:cubicBezTo>
                  <a:pt x="253" y="298"/>
                  <a:pt x="250" y="297"/>
                  <a:pt x="248" y="295"/>
                </a:cubicBezTo>
                <a:cubicBezTo>
                  <a:pt x="217" y="267"/>
                  <a:pt x="217" y="267"/>
                  <a:pt x="217" y="267"/>
                </a:cubicBezTo>
                <a:cubicBezTo>
                  <a:pt x="132" y="352"/>
                  <a:pt x="132" y="352"/>
                  <a:pt x="132" y="352"/>
                </a:cubicBezTo>
                <a:cubicBezTo>
                  <a:pt x="379" y="352"/>
                  <a:pt x="379" y="352"/>
                  <a:pt x="379" y="352"/>
                </a:cubicBezTo>
                <a:cubicBezTo>
                  <a:pt x="294" y="267"/>
                  <a:pt x="294" y="267"/>
                  <a:pt x="294" y="267"/>
                </a:cubicBezTo>
                <a:lnTo>
                  <a:pt x="263" y="295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6" y="149"/>
                </a:moveTo>
                <a:cubicBezTo>
                  <a:pt x="416" y="143"/>
                  <a:pt x="411" y="138"/>
                  <a:pt x="405" y="138"/>
                </a:cubicBezTo>
                <a:cubicBezTo>
                  <a:pt x="106" y="138"/>
                  <a:pt x="106" y="138"/>
                  <a:pt x="106" y="138"/>
                </a:cubicBezTo>
                <a:cubicBezTo>
                  <a:pt x="100" y="138"/>
                  <a:pt x="96" y="143"/>
                  <a:pt x="96" y="149"/>
                </a:cubicBezTo>
                <a:cubicBezTo>
                  <a:pt x="96" y="362"/>
                  <a:pt x="96" y="362"/>
                  <a:pt x="96" y="362"/>
                </a:cubicBezTo>
                <a:cubicBezTo>
                  <a:pt x="96" y="368"/>
                  <a:pt x="100" y="373"/>
                  <a:pt x="106" y="373"/>
                </a:cubicBezTo>
                <a:cubicBezTo>
                  <a:pt x="405" y="373"/>
                  <a:pt x="405" y="373"/>
                  <a:pt x="405" y="373"/>
                </a:cubicBezTo>
                <a:cubicBezTo>
                  <a:pt x="411" y="373"/>
                  <a:pt x="416" y="368"/>
                  <a:pt x="416" y="362"/>
                </a:cubicBezTo>
                <a:lnTo>
                  <a:pt x="416" y="149"/>
                </a:lnTo>
                <a:close/>
                <a:moveTo>
                  <a:pt x="394" y="337"/>
                </a:moveTo>
                <a:cubicBezTo>
                  <a:pt x="394" y="173"/>
                  <a:pt x="394" y="173"/>
                  <a:pt x="394" y="173"/>
                </a:cubicBezTo>
                <a:cubicBezTo>
                  <a:pt x="310" y="252"/>
                  <a:pt x="310" y="252"/>
                  <a:pt x="310" y="252"/>
                </a:cubicBezTo>
                <a:lnTo>
                  <a:pt x="394" y="337"/>
                </a:lnTo>
                <a:close/>
              </a:path>
            </a:pathLst>
          </a:custGeom>
          <a:solidFill>
            <a:srgbClr val="86BC25"/>
          </a:solidFill>
          <a:ln>
            <a:noFill/>
          </a:ln>
        </p:spPr>
        <p:txBody>
          <a:bodyPr vert="horz" wrap="square" lIns="100796" tIns="50398" rIns="100796" bIns="50398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1709" noProof="0"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FB351BF-C65F-4B9F-80EA-5CC4F0E01D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451" y="4111990"/>
            <a:ext cx="1656000" cy="216000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+33 (0) 0 00 00 00 00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8B8293D-71A2-4332-AF3A-2B93912BC3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451" y="4376423"/>
            <a:ext cx="1656000" cy="216000"/>
          </a:xfrm>
        </p:spPr>
        <p:txBody>
          <a:bodyPr>
            <a:normAutofit/>
          </a:bodyPr>
          <a:lstStyle>
            <a:lvl1pPr>
              <a:defRPr sz="1200" b="0">
                <a:solidFill>
                  <a:srgbClr val="00A3E0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 err="1"/>
              <a:t>email@deloitte.fr</a:t>
            </a:r>
            <a:endParaRPr lang="fr-FR" noProof="0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FDD1B7-37DF-4881-9897-6C2B8A484C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649" y="4773882"/>
            <a:ext cx="3528000" cy="1534129"/>
          </a:xfrm>
        </p:spPr>
        <p:txBody>
          <a:bodyPr>
            <a:normAutofit/>
          </a:bodyPr>
          <a:lstStyle>
            <a:lvl1pPr>
              <a:defRPr sz="1200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Introduction - "Lorem ipsum </a:t>
            </a:r>
            <a:r>
              <a:rPr lang="fr-FR" noProof="0" dirty="0" err="1"/>
              <a:t>dolor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amet</a:t>
            </a:r>
            <a:r>
              <a:rPr lang="fr-FR" noProof="0" dirty="0"/>
              <a:t>, </a:t>
            </a:r>
            <a:r>
              <a:rPr lang="fr-FR" noProof="0" dirty="0" err="1"/>
              <a:t>consectetur</a:t>
            </a:r>
            <a:r>
              <a:rPr lang="fr-FR" noProof="0" dirty="0"/>
              <a:t> </a:t>
            </a:r>
            <a:r>
              <a:rPr lang="fr-FR" noProof="0" dirty="0" err="1"/>
              <a:t>adipiscing</a:t>
            </a:r>
            <a:r>
              <a:rPr lang="fr-FR" noProof="0" dirty="0"/>
              <a:t> </a:t>
            </a:r>
            <a:r>
              <a:rPr lang="fr-FR" noProof="0" dirty="0" err="1"/>
              <a:t>elit</a:t>
            </a:r>
            <a:r>
              <a:rPr lang="fr-FR" noProof="0" dirty="0"/>
              <a:t>, </a:t>
            </a:r>
            <a:r>
              <a:rPr lang="fr-FR" noProof="0" dirty="0" err="1"/>
              <a:t>sed</a:t>
            </a:r>
            <a:r>
              <a:rPr lang="fr-FR" noProof="0" dirty="0"/>
              <a:t> do </a:t>
            </a:r>
            <a:r>
              <a:rPr lang="fr-FR" noProof="0" dirty="0" err="1"/>
              <a:t>eiusmod</a:t>
            </a:r>
            <a:r>
              <a:rPr lang="fr-FR" noProof="0" dirty="0"/>
              <a:t> </a:t>
            </a:r>
            <a:r>
              <a:rPr lang="fr-FR" noProof="0" dirty="0" err="1"/>
              <a:t>tempor</a:t>
            </a:r>
            <a:r>
              <a:rPr lang="fr-FR" noProof="0" dirty="0"/>
              <a:t> </a:t>
            </a:r>
            <a:r>
              <a:rPr lang="fr-FR" noProof="0" dirty="0" err="1"/>
              <a:t>incididunt</a:t>
            </a:r>
            <a:r>
              <a:rPr lang="fr-FR" noProof="0" dirty="0"/>
              <a:t> ut </a:t>
            </a:r>
            <a:r>
              <a:rPr lang="fr-FR" noProof="0" dirty="0" err="1"/>
              <a:t>labore</a:t>
            </a:r>
            <a:r>
              <a:rPr lang="fr-FR" noProof="0" dirty="0"/>
              <a:t> et </a:t>
            </a:r>
            <a:r>
              <a:rPr lang="fr-FR" noProof="0" dirty="0" err="1"/>
              <a:t>dolore</a:t>
            </a:r>
            <a:r>
              <a:rPr lang="fr-FR" noProof="0" dirty="0"/>
              <a:t> magna </a:t>
            </a:r>
            <a:r>
              <a:rPr lang="fr-FR" noProof="0" dirty="0" err="1"/>
              <a:t>aliqua</a:t>
            </a:r>
            <a:r>
              <a:rPr lang="fr-FR" noProof="0" dirty="0"/>
              <a:t>. Ut </a:t>
            </a:r>
            <a:r>
              <a:rPr lang="fr-FR" noProof="0" dirty="0" err="1"/>
              <a:t>enim</a:t>
            </a:r>
            <a:r>
              <a:rPr lang="fr-FR" noProof="0" dirty="0"/>
              <a:t> ad </a:t>
            </a:r>
            <a:r>
              <a:rPr lang="fr-FR" noProof="0" dirty="0" err="1"/>
              <a:t>minim</a:t>
            </a:r>
            <a:r>
              <a:rPr lang="fr-FR" noProof="0" dirty="0"/>
              <a:t> </a:t>
            </a:r>
            <a:r>
              <a:rPr lang="fr-FR" noProof="0" dirty="0" err="1"/>
              <a:t>veniam</a:t>
            </a:r>
            <a:r>
              <a:rPr lang="fr-FR" noProof="0" dirty="0"/>
              <a:t>, </a:t>
            </a:r>
            <a:r>
              <a:rPr lang="fr-FR" noProof="0" dirty="0" err="1"/>
              <a:t>quis</a:t>
            </a:r>
            <a:r>
              <a:rPr lang="fr-FR" noProof="0" dirty="0"/>
              <a:t> </a:t>
            </a:r>
            <a:r>
              <a:rPr lang="fr-FR" noProof="0" dirty="0" err="1"/>
              <a:t>nostrud</a:t>
            </a:r>
            <a:r>
              <a:rPr lang="fr-FR" noProof="0" dirty="0"/>
              <a:t> </a:t>
            </a:r>
            <a:r>
              <a:rPr lang="fr-FR" noProof="0" dirty="0" err="1"/>
              <a:t>exercitation</a:t>
            </a:r>
            <a:r>
              <a:rPr lang="fr-FR" noProof="0" dirty="0"/>
              <a:t> </a:t>
            </a:r>
            <a:r>
              <a:rPr lang="fr-FR" noProof="0" dirty="0" err="1"/>
              <a:t>ullamco</a:t>
            </a:r>
            <a:r>
              <a:rPr lang="fr-FR" noProof="0" dirty="0"/>
              <a:t> </a:t>
            </a:r>
            <a:r>
              <a:rPr lang="fr-FR" noProof="0" dirty="0" err="1"/>
              <a:t>laboris</a:t>
            </a:r>
            <a:r>
              <a:rPr lang="fr-FR" noProof="0" dirty="0"/>
              <a:t> </a:t>
            </a:r>
            <a:r>
              <a:rPr lang="fr-FR" noProof="0" dirty="0" err="1"/>
              <a:t>nisi</a:t>
            </a:r>
            <a:r>
              <a:rPr lang="fr-FR" noProof="0" dirty="0"/>
              <a:t> ut </a:t>
            </a:r>
            <a:r>
              <a:rPr lang="fr-FR" noProof="0" dirty="0" err="1"/>
              <a:t>aliquip</a:t>
            </a:r>
            <a:r>
              <a:rPr lang="fr-FR" noProof="0" dirty="0"/>
              <a:t> ex </a:t>
            </a:r>
            <a:r>
              <a:rPr lang="fr-FR" noProof="0" dirty="0" err="1"/>
              <a:t>ea</a:t>
            </a:r>
            <a:r>
              <a:rPr lang="fr-FR" noProof="0" dirty="0"/>
              <a:t> commodo </a:t>
            </a:r>
            <a:r>
              <a:rPr lang="fr-FR" noProof="0" dirty="0" err="1"/>
              <a:t>consequat</a:t>
            </a:r>
            <a:r>
              <a:rPr lang="fr-FR" noProof="0" dirty="0"/>
              <a:t>. Duis </a:t>
            </a:r>
            <a:r>
              <a:rPr lang="fr-FR" noProof="0" dirty="0" err="1"/>
              <a:t>aute</a:t>
            </a:r>
            <a:r>
              <a:rPr lang="fr-FR" noProof="0" dirty="0"/>
              <a:t> </a:t>
            </a:r>
            <a:r>
              <a:rPr lang="fr-FR" noProof="0" dirty="0" err="1"/>
              <a:t>irure</a:t>
            </a:r>
            <a:r>
              <a:rPr lang="fr-FR" noProof="0" dirty="0"/>
              <a:t> </a:t>
            </a:r>
            <a:r>
              <a:rPr lang="fr-FR" noProof="0" dirty="0" err="1"/>
              <a:t>dolor</a:t>
            </a:r>
            <a:r>
              <a:rPr lang="fr-FR" noProof="0" dirty="0"/>
              <a:t> in </a:t>
            </a:r>
            <a:r>
              <a:rPr lang="fr-FR" noProof="0" dirty="0" err="1"/>
              <a:t>reprehenderit</a:t>
            </a:r>
            <a:r>
              <a:rPr lang="fr-FR" noProof="0" dirty="0"/>
              <a:t> in </a:t>
            </a:r>
            <a:r>
              <a:rPr lang="fr-FR" noProof="0" dirty="0" err="1"/>
              <a:t>voluptate</a:t>
            </a:r>
            <a:r>
              <a:rPr lang="fr-FR" noProof="0" dirty="0"/>
              <a:t> </a:t>
            </a:r>
            <a:r>
              <a:rPr lang="fr-FR" noProof="0" dirty="0" err="1"/>
              <a:t>velit</a:t>
            </a:r>
            <a:r>
              <a:rPr lang="fr-FR" noProof="0" dirty="0"/>
              <a:t> esse </a:t>
            </a:r>
            <a:r>
              <a:rPr lang="fr-FR" noProof="0" dirty="0" err="1"/>
              <a:t>cillum</a:t>
            </a:r>
            <a:r>
              <a:rPr lang="fr-FR" noProof="0" dirty="0"/>
              <a:t> </a:t>
            </a:r>
            <a:r>
              <a:rPr lang="fr-FR" noProof="0" dirty="0" err="1"/>
              <a:t>dolore</a:t>
            </a:r>
            <a:r>
              <a:rPr lang="fr-FR" noProof="0" dirty="0"/>
              <a:t> eu </a:t>
            </a:r>
            <a:r>
              <a:rPr lang="fr-FR" noProof="0" dirty="0" err="1"/>
              <a:t>fugiat</a:t>
            </a:r>
            <a:r>
              <a:rPr lang="fr-FR" noProof="0" dirty="0"/>
              <a:t> </a:t>
            </a:r>
            <a:r>
              <a:rPr lang="fr-FR" noProof="0" dirty="0" err="1"/>
              <a:t>nulla</a:t>
            </a:r>
            <a:r>
              <a:rPr lang="fr-FR" noProof="0" dirty="0"/>
              <a:t> </a:t>
            </a:r>
            <a:r>
              <a:rPr lang="fr-FR" noProof="0" dirty="0" err="1"/>
              <a:t>pariatur</a:t>
            </a:r>
            <a:r>
              <a:rPr lang="fr-FR" noProof="0" dirty="0"/>
              <a:t>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A1DD19E-E4DC-4CA9-8F92-14264622042A}"/>
              </a:ext>
            </a:extLst>
          </p:cNvPr>
          <p:cNvGrpSpPr/>
          <p:nvPr/>
        </p:nvGrpSpPr>
        <p:grpSpPr>
          <a:xfrm>
            <a:off x="4134000" y="393162"/>
            <a:ext cx="3924000" cy="5914849"/>
            <a:chOff x="4223211" y="393162"/>
            <a:chExt cx="2650500" cy="58680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58A562A-F4C8-4E69-95F5-DB5E15346701}"/>
                </a:ext>
              </a:extLst>
            </p:cNvPr>
            <p:cNvCxnSpPr/>
            <p:nvPr/>
          </p:nvCxnSpPr>
          <p:spPr>
            <a:xfrm>
              <a:off x="4223211" y="393162"/>
              <a:ext cx="0" cy="5868000"/>
            </a:xfrm>
            <a:prstGeom prst="line">
              <a:avLst/>
            </a:prstGeom>
            <a:ln>
              <a:solidFill>
                <a:srgbClr val="A7A8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6F2114-FDAE-460D-B25D-EDCF068BE255}"/>
                </a:ext>
              </a:extLst>
            </p:cNvPr>
            <p:cNvCxnSpPr/>
            <p:nvPr/>
          </p:nvCxnSpPr>
          <p:spPr>
            <a:xfrm>
              <a:off x="6873711" y="393162"/>
              <a:ext cx="0" cy="5868000"/>
            </a:xfrm>
            <a:prstGeom prst="line">
              <a:avLst/>
            </a:prstGeom>
            <a:ln>
              <a:solidFill>
                <a:srgbClr val="A7A8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Freeform 564">
            <a:extLst>
              <a:ext uri="{FF2B5EF4-FFF2-40B4-BE49-F238E27FC236}">
                <a16:creationId xmlns:a16="http://schemas.microsoft.com/office/drawing/2014/main" id="{6CB85691-69BD-4459-94ED-722A1B24F7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340250" y="433859"/>
            <a:ext cx="378864" cy="373101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308 w 512"/>
              <a:gd name="T11" fmla="*/ 357 h 512"/>
              <a:gd name="T12" fmla="*/ 298 w 512"/>
              <a:gd name="T13" fmla="*/ 362 h 512"/>
              <a:gd name="T14" fmla="*/ 293 w 512"/>
              <a:gd name="T15" fmla="*/ 361 h 512"/>
              <a:gd name="T16" fmla="*/ 265 w 512"/>
              <a:gd name="T17" fmla="*/ 356 h 512"/>
              <a:gd name="T18" fmla="*/ 240 w 512"/>
              <a:gd name="T19" fmla="*/ 351 h 512"/>
              <a:gd name="T20" fmla="*/ 219 w 512"/>
              <a:gd name="T21" fmla="*/ 318 h 512"/>
              <a:gd name="T22" fmla="*/ 221 w 512"/>
              <a:gd name="T23" fmla="*/ 290 h 512"/>
              <a:gd name="T24" fmla="*/ 240 w 512"/>
              <a:gd name="T25" fmla="*/ 246 h 512"/>
              <a:gd name="T26" fmla="*/ 235 w 512"/>
              <a:gd name="T27" fmla="*/ 191 h 512"/>
              <a:gd name="T28" fmla="*/ 203 w 512"/>
              <a:gd name="T29" fmla="*/ 177 h 512"/>
              <a:gd name="T30" fmla="*/ 170 w 512"/>
              <a:gd name="T31" fmla="*/ 191 h 512"/>
              <a:gd name="T32" fmla="*/ 165 w 512"/>
              <a:gd name="T33" fmla="*/ 246 h 512"/>
              <a:gd name="T34" fmla="*/ 184 w 512"/>
              <a:gd name="T35" fmla="*/ 290 h 512"/>
              <a:gd name="T36" fmla="*/ 185 w 512"/>
              <a:gd name="T37" fmla="*/ 318 h 512"/>
              <a:gd name="T38" fmla="*/ 164 w 512"/>
              <a:gd name="T39" fmla="*/ 351 h 512"/>
              <a:gd name="T40" fmla="*/ 139 w 512"/>
              <a:gd name="T41" fmla="*/ 356 h 512"/>
              <a:gd name="T42" fmla="*/ 111 w 512"/>
              <a:gd name="T43" fmla="*/ 361 h 512"/>
              <a:gd name="T44" fmla="*/ 97 w 512"/>
              <a:gd name="T45" fmla="*/ 357 h 512"/>
              <a:gd name="T46" fmla="*/ 101 w 512"/>
              <a:gd name="T47" fmla="*/ 342 h 512"/>
              <a:gd name="T48" fmla="*/ 137 w 512"/>
              <a:gd name="T49" fmla="*/ 334 h 512"/>
              <a:gd name="T50" fmla="*/ 155 w 512"/>
              <a:gd name="T51" fmla="*/ 331 h 512"/>
              <a:gd name="T52" fmla="*/ 166 w 512"/>
              <a:gd name="T53" fmla="*/ 302 h 512"/>
              <a:gd name="T54" fmla="*/ 144 w 512"/>
              <a:gd name="T55" fmla="*/ 251 h 512"/>
              <a:gd name="T56" fmla="*/ 153 w 512"/>
              <a:gd name="T57" fmla="*/ 177 h 512"/>
              <a:gd name="T58" fmla="*/ 203 w 512"/>
              <a:gd name="T59" fmla="*/ 155 h 512"/>
              <a:gd name="T60" fmla="*/ 251 w 512"/>
              <a:gd name="T61" fmla="*/ 177 h 512"/>
              <a:gd name="T62" fmla="*/ 261 w 512"/>
              <a:gd name="T63" fmla="*/ 251 h 512"/>
              <a:gd name="T64" fmla="*/ 239 w 512"/>
              <a:gd name="T65" fmla="*/ 302 h 512"/>
              <a:gd name="T66" fmla="*/ 250 w 512"/>
              <a:gd name="T67" fmla="*/ 331 h 512"/>
              <a:gd name="T68" fmla="*/ 267 w 512"/>
              <a:gd name="T69" fmla="*/ 334 h 512"/>
              <a:gd name="T70" fmla="*/ 303 w 512"/>
              <a:gd name="T71" fmla="*/ 342 h 512"/>
              <a:gd name="T72" fmla="*/ 308 w 512"/>
              <a:gd name="T73" fmla="*/ 357 h 512"/>
              <a:gd name="T74" fmla="*/ 405 w 512"/>
              <a:gd name="T75" fmla="*/ 288 h 512"/>
              <a:gd name="T76" fmla="*/ 298 w 512"/>
              <a:gd name="T77" fmla="*/ 288 h 512"/>
              <a:gd name="T78" fmla="*/ 288 w 512"/>
              <a:gd name="T79" fmla="*/ 277 h 512"/>
              <a:gd name="T80" fmla="*/ 298 w 512"/>
              <a:gd name="T81" fmla="*/ 266 h 512"/>
              <a:gd name="T82" fmla="*/ 405 w 512"/>
              <a:gd name="T83" fmla="*/ 266 h 512"/>
              <a:gd name="T84" fmla="*/ 416 w 512"/>
              <a:gd name="T85" fmla="*/ 277 h 512"/>
              <a:gd name="T86" fmla="*/ 405 w 512"/>
              <a:gd name="T87" fmla="*/ 288 h 512"/>
              <a:gd name="T88" fmla="*/ 405 w 512"/>
              <a:gd name="T89" fmla="*/ 245 h 512"/>
              <a:gd name="T90" fmla="*/ 298 w 512"/>
              <a:gd name="T91" fmla="*/ 245 h 512"/>
              <a:gd name="T92" fmla="*/ 288 w 512"/>
              <a:gd name="T93" fmla="*/ 234 h 512"/>
              <a:gd name="T94" fmla="*/ 298 w 512"/>
              <a:gd name="T95" fmla="*/ 224 h 512"/>
              <a:gd name="T96" fmla="*/ 405 w 512"/>
              <a:gd name="T97" fmla="*/ 224 h 512"/>
              <a:gd name="T98" fmla="*/ 416 w 512"/>
              <a:gd name="T99" fmla="*/ 234 h 512"/>
              <a:gd name="T100" fmla="*/ 405 w 512"/>
              <a:gd name="T101" fmla="*/ 245 h 512"/>
              <a:gd name="T102" fmla="*/ 405 w 512"/>
              <a:gd name="T103" fmla="*/ 202 h 512"/>
              <a:gd name="T104" fmla="*/ 298 w 512"/>
              <a:gd name="T105" fmla="*/ 202 h 512"/>
              <a:gd name="T106" fmla="*/ 288 w 512"/>
              <a:gd name="T107" fmla="*/ 192 h 512"/>
              <a:gd name="T108" fmla="*/ 298 w 512"/>
              <a:gd name="T109" fmla="*/ 181 h 512"/>
              <a:gd name="T110" fmla="*/ 405 w 512"/>
              <a:gd name="T111" fmla="*/ 181 h 512"/>
              <a:gd name="T112" fmla="*/ 416 w 512"/>
              <a:gd name="T113" fmla="*/ 192 h 512"/>
              <a:gd name="T114" fmla="*/ 405 w 512"/>
              <a:gd name="T115" fmla="*/ 20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08" y="357"/>
                </a:moveTo>
                <a:cubicBezTo>
                  <a:pt x="306" y="360"/>
                  <a:pt x="302" y="362"/>
                  <a:pt x="298" y="362"/>
                </a:cubicBezTo>
                <a:cubicBezTo>
                  <a:pt x="296" y="362"/>
                  <a:pt x="295" y="362"/>
                  <a:pt x="293" y="361"/>
                </a:cubicBezTo>
                <a:cubicBezTo>
                  <a:pt x="286" y="357"/>
                  <a:pt x="275" y="356"/>
                  <a:pt x="265" y="356"/>
                </a:cubicBezTo>
                <a:cubicBezTo>
                  <a:pt x="255" y="355"/>
                  <a:pt x="247" y="354"/>
                  <a:pt x="240" y="351"/>
                </a:cubicBezTo>
                <a:cubicBezTo>
                  <a:pt x="227" y="344"/>
                  <a:pt x="221" y="324"/>
                  <a:pt x="219" y="318"/>
                </a:cubicBezTo>
                <a:cubicBezTo>
                  <a:pt x="217" y="309"/>
                  <a:pt x="216" y="297"/>
                  <a:pt x="221" y="290"/>
                </a:cubicBezTo>
                <a:cubicBezTo>
                  <a:pt x="228" y="280"/>
                  <a:pt x="236" y="261"/>
                  <a:pt x="240" y="246"/>
                </a:cubicBezTo>
                <a:cubicBezTo>
                  <a:pt x="246" y="221"/>
                  <a:pt x="244" y="202"/>
                  <a:pt x="235" y="191"/>
                </a:cubicBezTo>
                <a:cubicBezTo>
                  <a:pt x="223" y="176"/>
                  <a:pt x="203" y="176"/>
                  <a:pt x="203" y="177"/>
                </a:cubicBezTo>
                <a:cubicBezTo>
                  <a:pt x="202" y="176"/>
                  <a:pt x="181" y="176"/>
                  <a:pt x="170" y="191"/>
                </a:cubicBezTo>
                <a:cubicBezTo>
                  <a:pt x="160" y="202"/>
                  <a:pt x="159" y="221"/>
                  <a:pt x="165" y="246"/>
                </a:cubicBezTo>
                <a:cubicBezTo>
                  <a:pt x="168" y="261"/>
                  <a:pt x="176" y="280"/>
                  <a:pt x="184" y="290"/>
                </a:cubicBezTo>
                <a:cubicBezTo>
                  <a:pt x="189" y="297"/>
                  <a:pt x="187" y="309"/>
                  <a:pt x="185" y="318"/>
                </a:cubicBezTo>
                <a:cubicBezTo>
                  <a:pt x="184" y="324"/>
                  <a:pt x="178" y="344"/>
                  <a:pt x="164" y="351"/>
                </a:cubicBezTo>
                <a:cubicBezTo>
                  <a:pt x="158" y="354"/>
                  <a:pt x="149" y="355"/>
                  <a:pt x="139" y="356"/>
                </a:cubicBezTo>
                <a:cubicBezTo>
                  <a:pt x="129" y="356"/>
                  <a:pt x="118" y="357"/>
                  <a:pt x="111" y="361"/>
                </a:cubicBezTo>
                <a:cubicBezTo>
                  <a:pt x="106" y="364"/>
                  <a:pt x="100" y="362"/>
                  <a:pt x="97" y="357"/>
                </a:cubicBezTo>
                <a:cubicBezTo>
                  <a:pt x="94" y="351"/>
                  <a:pt x="96" y="345"/>
                  <a:pt x="101" y="342"/>
                </a:cubicBezTo>
                <a:cubicBezTo>
                  <a:pt x="112" y="337"/>
                  <a:pt x="125" y="335"/>
                  <a:pt x="137" y="334"/>
                </a:cubicBezTo>
                <a:cubicBezTo>
                  <a:pt x="144" y="334"/>
                  <a:pt x="152" y="333"/>
                  <a:pt x="155" y="331"/>
                </a:cubicBezTo>
                <a:cubicBezTo>
                  <a:pt x="161" y="328"/>
                  <a:pt x="167" y="308"/>
                  <a:pt x="166" y="302"/>
                </a:cubicBezTo>
                <a:cubicBezTo>
                  <a:pt x="157" y="289"/>
                  <a:pt x="148" y="269"/>
                  <a:pt x="144" y="251"/>
                </a:cubicBezTo>
                <a:cubicBezTo>
                  <a:pt x="136" y="219"/>
                  <a:pt x="139" y="194"/>
                  <a:pt x="153" y="177"/>
                </a:cubicBezTo>
                <a:cubicBezTo>
                  <a:pt x="172" y="155"/>
                  <a:pt x="201" y="155"/>
                  <a:pt x="203" y="155"/>
                </a:cubicBezTo>
                <a:cubicBezTo>
                  <a:pt x="203" y="155"/>
                  <a:pt x="233" y="155"/>
                  <a:pt x="251" y="177"/>
                </a:cubicBezTo>
                <a:cubicBezTo>
                  <a:pt x="265" y="194"/>
                  <a:pt x="268" y="219"/>
                  <a:pt x="261" y="251"/>
                </a:cubicBezTo>
                <a:cubicBezTo>
                  <a:pt x="256" y="269"/>
                  <a:pt x="247" y="289"/>
                  <a:pt x="239" y="302"/>
                </a:cubicBezTo>
                <a:cubicBezTo>
                  <a:pt x="237" y="308"/>
                  <a:pt x="243" y="328"/>
                  <a:pt x="250" y="331"/>
                </a:cubicBezTo>
                <a:cubicBezTo>
                  <a:pt x="252" y="333"/>
                  <a:pt x="260" y="334"/>
                  <a:pt x="267" y="334"/>
                </a:cubicBezTo>
                <a:cubicBezTo>
                  <a:pt x="279" y="335"/>
                  <a:pt x="293" y="337"/>
                  <a:pt x="303" y="342"/>
                </a:cubicBezTo>
                <a:cubicBezTo>
                  <a:pt x="308" y="345"/>
                  <a:pt x="310" y="351"/>
                  <a:pt x="308" y="357"/>
                </a:cubicBezTo>
                <a:close/>
                <a:moveTo>
                  <a:pt x="405" y="288"/>
                </a:moveTo>
                <a:cubicBezTo>
                  <a:pt x="298" y="288"/>
                  <a:pt x="298" y="288"/>
                  <a:pt x="298" y="288"/>
                </a:cubicBezTo>
                <a:cubicBezTo>
                  <a:pt x="292" y="288"/>
                  <a:pt x="288" y="283"/>
                  <a:pt x="288" y="277"/>
                </a:cubicBezTo>
                <a:cubicBezTo>
                  <a:pt x="288" y="271"/>
                  <a:pt x="292" y="266"/>
                  <a:pt x="298" y="266"/>
                </a:cubicBezTo>
                <a:cubicBezTo>
                  <a:pt x="405" y="266"/>
                  <a:pt x="405" y="266"/>
                  <a:pt x="405" y="266"/>
                </a:cubicBezTo>
                <a:cubicBezTo>
                  <a:pt x="411" y="266"/>
                  <a:pt x="416" y="271"/>
                  <a:pt x="416" y="277"/>
                </a:cubicBezTo>
                <a:cubicBezTo>
                  <a:pt x="416" y="283"/>
                  <a:pt x="411" y="288"/>
                  <a:pt x="405" y="288"/>
                </a:cubicBezTo>
                <a:close/>
                <a:moveTo>
                  <a:pt x="405" y="245"/>
                </a:moveTo>
                <a:cubicBezTo>
                  <a:pt x="298" y="245"/>
                  <a:pt x="298" y="245"/>
                  <a:pt x="298" y="245"/>
                </a:cubicBezTo>
                <a:cubicBezTo>
                  <a:pt x="292" y="245"/>
                  <a:pt x="288" y="240"/>
                  <a:pt x="288" y="234"/>
                </a:cubicBezTo>
                <a:cubicBezTo>
                  <a:pt x="288" y="228"/>
                  <a:pt x="292" y="224"/>
                  <a:pt x="298" y="224"/>
                </a:cubicBezTo>
                <a:cubicBezTo>
                  <a:pt x="405" y="224"/>
                  <a:pt x="405" y="224"/>
                  <a:pt x="405" y="224"/>
                </a:cubicBezTo>
                <a:cubicBezTo>
                  <a:pt x="411" y="224"/>
                  <a:pt x="416" y="228"/>
                  <a:pt x="416" y="234"/>
                </a:cubicBezTo>
                <a:cubicBezTo>
                  <a:pt x="416" y="240"/>
                  <a:pt x="411" y="245"/>
                  <a:pt x="405" y="245"/>
                </a:cubicBezTo>
                <a:close/>
                <a:moveTo>
                  <a:pt x="405" y="202"/>
                </a:moveTo>
                <a:cubicBezTo>
                  <a:pt x="298" y="202"/>
                  <a:pt x="298" y="202"/>
                  <a:pt x="298" y="202"/>
                </a:cubicBezTo>
                <a:cubicBezTo>
                  <a:pt x="292" y="202"/>
                  <a:pt x="288" y="198"/>
                  <a:pt x="288" y="192"/>
                </a:cubicBezTo>
                <a:cubicBezTo>
                  <a:pt x="288" y="186"/>
                  <a:pt x="292" y="181"/>
                  <a:pt x="298" y="181"/>
                </a:cubicBezTo>
                <a:cubicBezTo>
                  <a:pt x="405" y="181"/>
                  <a:pt x="405" y="181"/>
                  <a:pt x="405" y="181"/>
                </a:cubicBezTo>
                <a:cubicBezTo>
                  <a:pt x="411" y="181"/>
                  <a:pt x="416" y="186"/>
                  <a:pt x="416" y="192"/>
                </a:cubicBezTo>
                <a:cubicBezTo>
                  <a:pt x="416" y="198"/>
                  <a:pt x="411" y="202"/>
                  <a:pt x="405" y="202"/>
                </a:cubicBezTo>
                <a:close/>
              </a:path>
            </a:pathLst>
          </a:custGeom>
          <a:solidFill>
            <a:srgbClr val="9DD4C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1709" noProof="0">
              <a:solidFill>
                <a:srgbClr val="009A44"/>
              </a:solidFill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7" name="Group 681">
            <a:extLst>
              <a:ext uri="{FF2B5EF4-FFF2-40B4-BE49-F238E27FC236}">
                <a16:creationId xmlns:a16="http://schemas.microsoft.com/office/drawing/2014/main" id="{344B6B00-35E0-41BC-A298-95B2C2FEFAC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40250" y="3835086"/>
            <a:ext cx="378250" cy="373591"/>
            <a:chOff x="6210" y="2696"/>
            <a:chExt cx="340" cy="340"/>
          </a:xfrm>
          <a:solidFill>
            <a:srgbClr val="9DD4CF"/>
          </a:solidFill>
        </p:grpSpPr>
        <p:sp>
          <p:nvSpPr>
            <p:cNvPr id="28" name="Freeform 682">
              <a:extLst>
                <a:ext uri="{FF2B5EF4-FFF2-40B4-BE49-F238E27FC236}">
                  <a16:creationId xmlns:a16="http://schemas.microsoft.com/office/drawing/2014/main" id="{882682AA-01E1-4111-90EF-37EC448D8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1" y="2911"/>
              <a:ext cx="57" cy="49"/>
            </a:xfrm>
            <a:custGeom>
              <a:avLst/>
              <a:gdLst>
                <a:gd name="T0" fmla="*/ 51 w 85"/>
                <a:gd name="T1" fmla="*/ 3 h 73"/>
                <a:gd name="T2" fmla="*/ 43 w 85"/>
                <a:gd name="T3" fmla="*/ 0 h 73"/>
                <a:gd name="T4" fmla="*/ 34 w 85"/>
                <a:gd name="T5" fmla="*/ 3 h 73"/>
                <a:gd name="T6" fmla="*/ 16 w 85"/>
                <a:gd name="T7" fmla="*/ 9 h 73"/>
                <a:gd name="T8" fmla="*/ 11 w 85"/>
                <a:gd name="T9" fmla="*/ 9 h 73"/>
                <a:gd name="T10" fmla="*/ 0 w 85"/>
                <a:gd name="T11" fmla="*/ 2 h 73"/>
                <a:gd name="T12" fmla="*/ 0 w 85"/>
                <a:gd name="T13" fmla="*/ 73 h 73"/>
                <a:gd name="T14" fmla="*/ 37 w 85"/>
                <a:gd name="T15" fmla="*/ 51 h 73"/>
                <a:gd name="T16" fmla="*/ 48 w 85"/>
                <a:gd name="T17" fmla="*/ 51 h 73"/>
                <a:gd name="T18" fmla="*/ 85 w 85"/>
                <a:gd name="T19" fmla="*/ 73 h 73"/>
                <a:gd name="T20" fmla="*/ 85 w 85"/>
                <a:gd name="T21" fmla="*/ 2 h 73"/>
                <a:gd name="T22" fmla="*/ 75 w 85"/>
                <a:gd name="T23" fmla="*/ 9 h 73"/>
                <a:gd name="T24" fmla="*/ 51 w 85"/>
                <a:gd name="T25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3">
                  <a:moveTo>
                    <a:pt x="51" y="3"/>
                  </a:moveTo>
                  <a:cubicBezTo>
                    <a:pt x="49" y="2"/>
                    <a:pt x="44" y="0"/>
                    <a:pt x="43" y="0"/>
                  </a:cubicBezTo>
                  <a:cubicBezTo>
                    <a:pt x="41" y="0"/>
                    <a:pt x="37" y="2"/>
                    <a:pt x="34" y="3"/>
                  </a:cubicBezTo>
                  <a:cubicBezTo>
                    <a:pt x="29" y="6"/>
                    <a:pt x="23" y="9"/>
                    <a:pt x="16" y="9"/>
                  </a:cubicBezTo>
                  <a:cubicBezTo>
                    <a:pt x="14" y="9"/>
                    <a:pt x="12" y="9"/>
                    <a:pt x="11" y="9"/>
                  </a:cubicBezTo>
                  <a:cubicBezTo>
                    <a:pt x="6" y="7"/>
                    <a:pt x="3" y="5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41" y="49"/>
                    <a:pt x="45" y="49"/>
                    <a:pt x="48" y="51"/>
                  </a:cubicBezTo>
                  <a:cubicBezTo>
                    <a:pt x="85" y="73"/>
                    <a:pt x="85" y="73"/>
                    <a:pt x="85" y="73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2" y="5"/>
                    <a:pt x="79" y="7"/>
                    <a:pt x="75" y="9"/>
                  </a:cubicBezTo>
                  <a:cubicBezTo>
                    <a:pt x="66" y="11"/>
                    <a:pt x="58" y="7"/>
                    <a:pt x="5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9" name="Freeform 683">
              <a:extLst>
                <a:ext uri="{FF2B5EF4-FFF2-40B4-BE49-F238E27FC236}">
                  <a16:creationId xmlns:a16="http://schemas.microsoft.com/office/drawing/2014/main" id="{CB1064F0-60C2-4CD1-A0AF-9D2DF897D3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4" y="2772"/>
              <a:ext cx="132" cy="131"/>
            </a:xfrm>
            <a:custGeom>
              <a:avLst/>
              <a:gdLst>
                <a:gd name="T0" fmla="*/ 188 w 198"/>
                <a:gd name="T1" fmla="*/ 99 h 198"/>
                <a:gd name="T2" fmla="*/ 194 w 198"/>
                <a:gd name="T3" fmla="*/ 81 h 198"/>
                <a:gd name="T4" fmla="*/ 198 w 198"/>
                <a:gd name="T5" fmla="*/ 72 h 198"/>
                <a:gd name="T6" fmla="*/ 190 w 198"/>
                <a:gd name="T7" fmla="*/ 67 h 198"/>
                <a:gd name="T8" fmla="*/ 176 w 198"/>
                <a:gd name="T9" fmla="*/ 54 h 198"/>
                <a:gd name="T10" fmla="*/ 172 w 198"/>
                <a:gd name="T11" fmla="*/ 36 h 198"/>
                <a:gd name="T12" fmla="*/ 171 w 198"/>
                <a:gd name="T13" fmla="*/ 26 h 198"/>
                <a:gd name="T14" fmla="*/ 162 w 198"/>
                <a:gd name="T15" fmla="*/ 25 h 198"/>
                <a:gd name="T16" fmla="*/ 143 w 198"/>
                <a:gd name="T17" fmla="*/ 21 h 198"/>
                <a:gd name="T18" fmla="*/ 131 w 198"/>
                <a:gd name="T19" fmla="*/ 7 h 198"/>
                <a:gd name="T20" fmla="*/ 125 w 198"/>
                <a:gd name="T21" fmla="*/ 0 h 198"/>
                <a:gd name="T22" fmla="*/ 117 w 198"/>
                <a:gd name="T23" fmla="*/ 4 h 198"/>
                <a:gd name="T24" fmla="*/ 99 w 198"/>
                <a:gd name="T25" fmla="*/ 9 h 198"/>
                <a:gd name="T26" fmla="*/ 80 w 198"/>
                <a:gd name="T27" fmla="*/ 5 h 198"/>
                <a:gd name="T28" fmla="*/ 72 w 198"/>
                <a:gd name="T29" fmla="*/ 3 h 198"/>
                <a:gd name="T30" fmla="*/ 72 w 198"/>
                <a:gd name="T31" fmla="*/ 3 h 198"/>
                <a:gd name="T32" fmla="*/ 67 w 198"/>
                <a:gd name="T33" fmla="*/ 9 h 198"/>
                <a:gd name="T34" fmla="*/ 54 w 198"/>
                <a:gd name="T35" fmla="*/ 22 h 198"/>
                <a:gd name="T36" fmla="*/ 35 w 198"/>
                <a:gd name="T37" fmla="*/ 26 h 198"/>
                <a:gd name="T38" fmla="*/ 26 w 198"/>
                <a:gd name="T39" fmla="*/ 27 h 198"/>
                <a:gd name="T40" fmla="*/ 25 w 198"/>
                <a:gd name="T41" fmla="*/ 36 h 198"/>
                <a:gd name="T42" fmla="*/ 21 w 198"/>
                <a:gd name="T43" fmla="*/ 54 h 198"/>
                <a:gd name="T44" fmla="*/ 7 w 198"/>
                <a:gd name="T45" fmla="*/ 67 h 198"/>
                <a:gd name="T46" fmla="*/ 0 w 198"/>
                <a:gd name="T47" fmla="*/ 73 h 198"/>
                <a:gd name="T48" fmla="*/ 3 w 198"/>
                <a:gd name="T49" fmla="*/ 81 h 198"/>
                <a:gd name="T50" fmla="*/ 9 w 198"/>
                <a:gd name="T51" fmla="*/ 99 h 198"/>
                <a:gd name="T52" fmla="*/ 3 w 198"/>
                <a:gd name="T53" fmla="*/ 117 h 198"/>
                <a:gd name="T54" fmla="*/ 0 w 198"/>
                <a:gd name="T55" fmla="*/ 126 h 198"/>
                <a:gd name="T56" fmla="*/ 7 w 198"/>
                <a:gd name="T57" fmla="*/ 131 h 198"/>
                <a:gd name="T58" fmla="*/ 21 w 198"/>
                <a:gd name="T59" fmla="*/ 144 h 198"/>
                <a:gd name="T60" fmla="*/ 25 w 198"/>
                <a:gd name="T61" fmla="*/ 162 h 198"/>
                <a:gd name="T62" fmla="*/ 26 w 198"/>
                <a:gd name="T63" fmla="*/ 172 h 198"/>
                <a:gd name="T64" fmla="*/ 35 w 198"/>
                <a:gd name="T65" fmla="*/ 173 h 198"/>
                <a:gd name="T66" fmla="*/ 54 w 198"/>
                <a:gd name="T67" fmla="*/ 177 h 198"/>
                <a:gd name="T68" fmla="*/ 67 w 198"/>
                <a:gd name="T69" fmla="*/ 191 h 198"/>
                <a:gd name="T70" fmla="*/ 72 w 198"/>
                <a:gd name="T71" fmla="*/ 198 h 198"/>
                <a:gd name="T72" fmla="*/ 80 w 198"/>
                <a:gd name="T73" fmla="*/ 194 h 198"/>
                <a:gd name="T74" fmla="*/ 99 w 198"/>
                <a:gd name="T75" fmla="*/ 189 h 198"/>
                <a:gd name="T76" fmla="*/ 117 w 198"/>
                <a:gd name="T77" fmla="*/ 193 h 198"/>
                <a:gd name="T78" fmla="*/ 125 w 198"/>
                <a:gd name="T79" fmla="*/ 195 h 198"/>
                <a:gd name="T80" fmla="*/ 125 w 198"/>
                <a:gd name="T81" fmla="*/ 195 h 198"/>
                <a:gd name="T82" fmla="*/ 131 w 198"/>
                <a:gd name="T83" fmla="*/ 189 h 198"/>
                <a:gd name="T84" fmla="*/ 143 w 198"/>
                <a:gd name="T85" fmla="*/ 176 h 198"/>
                <a:gd name="T86" fmla="*/ 162 w 198"/>
                <a:gd name="T87" fmla="*/ 172 h 198"/>
                <a:gd name="T88" fmla="*/ 171 w 198"/>
                <a:gd name="T89" fmla="*/ 171 h 198"/>
                <a:gd name="T90" fmla="*/ 172 w 198"/>
                <a:gd name="T91" fmla="*/ 162 h 198"/>
                <a:gd name="T92" fmla="*/ 176 w 198"/>
                <a:gd name="T93" fmla="*/ 144 h 198"/>
                <a:gd name="T94" fmla="*/ 190 w 198"/>
                <a:gd name="T95" fmla="*/ 131 h 198"/>
                <a:gd name="T96" fmla="*/ 198 w 198"/>
                <a:gd name="T97" fmla="*/ 125 h 198"/>
                <a:gd name="T98" fmla="*/ 194 w 198"/>
                <a:gd name="T99" fmla="*/ 117 h 198"/>
                <a:gd name="T100" fmla="*/ 188 w 198"/>
                <a:gd name="T101" fmla="*/ 99 h 198"/>
                <a:gd name="T102" fmla="*/ 99 w 198"/>
                <a:gd name="T103" fmla="*/ 152 h 198"/>
                <a:gd name="T104" fmla="*/ 45 w 198"/>
                <a:gd name="T105" fmla="*/ 99 h 198"/>
                <a:gd name="T106" fmla="*/ 99 w 198"/>
                <a:gd name="T107" fmla="*/ 46 h 198"/>
                <a:gd name="T108" fmla="*/ 152 w 198"/>
                <a:gd name="T109" fmla="*/ 99 h 198"/>
                <a:gd name="T110" fmla="*/ 99 w 198"/>
                <a:gd name="T111" fmla="*/ 15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8" h="198">
                  <a:moveTo>
                    <a:pt x="188" y="99"/>
                  </a:moveTo>
                  <a:cubicBezTo>
                    <a:pt x="188" y="92"/>
                    <a:pt x="191" y="86"/>
                    <a:pt x="194" y="81"/>
                  </a:cubicBezTo>
                  <a:cubicBezTo>
                    <a:pt x="195" y="78"/>
                    <a:pt x="198" y="74"/>
                    <a:pt x="198" y="72"/>
                  </a:cubicBezTo>
                  <a:cubicBezTo>
                    <a:pt x="197" y="71"/>
                    <a:pt x="193" y="69"/>
                    <a:pt x="190" y="67"/>
                  </a:cubicBezTo>
                  <a:cubicBezTo>
                    <a:pt x="185" y="64"/>
                    <a:pt x="180" y="60"/>
                    <a:pt x="176" y="54"/>
                  </a:cubicBezTo>
                  <a:cubicBezTo>
                    <a:pt x="173" y="48"/>
                    <a:pt x="173" y="42"/>
                    <a:pt x="172" y="36"/>
                  </a:cubicBezTo>
                  <a:cubicBezTo>
                    <a:pt x="172" y="33"/>
                    <a:pt x="172" y="28"/>
                    <a:pt x="171" y="26"/>
                  </a:cubicBezTo>
                  <a:cubicBezTo>
                    <a:pt x="170" y="26"/>
                    <a:pt x="165" y="26"/>
                    <a:pt x="162" y="25"/>
                  </a:cubicBezTo>
                  <a:cubicBezTo>
                    <a:pt x="156" y="25"/>
                    <a:pt x="149" y="25"/>
                    <a:pt x="143" y="21"/>
                  </a:cubicBezTo>
                  <a:cubicBezTo>
                    <a:pt x="138" y="18"/>
                    <a:pt x="134" y="12"/>
                    <a:pt x="131" y="7"/>
                  </a:cubicBezTo>
                  <a:cubicBezTo>
                    <a:pt x="129" y="5"/>
                    <a:pt x="126" y="1"/>
                    <a:pt x="125" y="0"/>
                  </a:cubicBezTo>
                  <a:cubicBezTo>
                    <a:pt x="124" y="0"/>
                    <a:pt x="120" y="2"/>
                    <a:pt x="117" y="4"/>
                  </a:cubicBezTo>
                  <a:cubicBezTo>
                    <a:pt x="112" y="6"/>
                    <a:pt x="106" y="9"/>
                    <a:pt x="99" y="9"/>
                  </a:cubicBezTo>
                  <a:cubicBezTo>
                    <a:pt x="92" y="9"/>
                    <a:pt x="86" y="8"/>
                    <a:pt x="80" y="5"/>
                  </a:cubicBezTo>
                  <a:cubicBezTo>
                    <a:pt x="78" y="4"/>
                    <a:pt x="73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1" y="3"/>
                    <a:pt x="68" y="6"/>
                    <a:pt x="67" y="9"/>
                  </a:cubicBezTo>
                  <a:cubicBezTo>
                    <a:pt x="63" y="14"/>
                    <a:pt x="60" y="19"/>
                    <a:pt x="54" y="22"/>
                  </a:cubicBezTo>
                  <a:cubicBezTo>
                    <a:pt x="48" y="26"/>
                    <a:pt x="41" y="26"/>
                    <a:pt x="35" y="26"/>
                  </a:cubicBezTo>
                  <a:cubicBezTo>
                    <a:pt x="32" y="26"/>
                    <a:pt x="27" y="26"/>
                    <a:pt x="26" y="27"/>
                  </a:cubicBezTo>
                  <a:cubicBezTo>
                    <a:pt x="26" y="28"/>
                    <a:pt x="25" y="33"/>
                    <a:pt x="25" y="36"/>
                  </a:cubicBezTo>
                  <a:cubicBezTo>
                    <a:pt x="25" y="42"/>
                    <a:pt x="24" y="48"/>
                    <a:pt x="21" y="54"/>
                  </a:cubicBezTo>
                  <a:cubicBezTo>
                    <a:pt x="18" y="60"/>
                    <a:pt x="12" y="64"/>
                    <a:pt x="7" y="67"/>
                  </a:cubicBezTo>
                  <a:cubicBezTo>
                    <a:pt x="5" y="69"/>
                    <a:pt x="0" y="71"/>
                    <a:pt x="0" y="73"/>
                  </a:cubicBezTo>
                  <a:cubicBezTo>
                    <a:pt x="0" y="74"/>
                    <a:pt x="2" y="78"/>
                    <a:pt x="3" y="81"/>
                  </a:cubicBezTo>
                  <a:cubicBezTo>
                    <a:pt x="6" y="86"/>
                    <a:pt x="9" y="92"/>
                    <a:pt x="9" y="99"/>
                  </a:cubicBezTo>
                  <a:cubicBezTo>
                    <a:pt x="9" y="106"/>
                    <a:pt x="6" y="112"/>
                    <a:pt x="3" y="117"/>
                  </a:cubicBezTo>
                  <a:cubicBezTo>
                    <a:pt x="2" y="120"/>
                    <a:pt x="0" y="124"/>
                    <a:pt x="0" y="126"/>
                  </a:cubicBezTo>
                  <a:cubicBezTo>
                    <a:pt x="0" y="127"/>
                    <a:pt x="5" y="129"/>
                    <a:pt x="7" y="131"/>
                  </a:cubicBezTo>
                  <a:cubicBezTo>
                    <a:pt x="12" y="134"/>
                    <a:pt x="18" y="138"/>
                    <a:pt x="21" y="144"/>
                  </a:cubicBezTo>
                  <a:cubicBezTo>
                    <a:pt x="24" y="150"/>
                    <a:pt x="25" y="156"/>
                    <a:pt x="25" y="162"/>
                  </a:cubicBezTo>
                  <a:cubicBezTo>
                    <a:pt x="25" y="165"/>
                    <a:pt x="26" y="170"/>
                    <a:pt x="26" y="172"/>
                  </a:cubicBezTo>
                  <a:cubicBezTo>
                    <a:pt x="27" y="172"/>
                    <a:pt x="32" y="172"/>
                    <a:pt x="35" y="173"/>
                  </a:cubicBezTo>
                  <a:cubicBezTo>
                    <a:pt x="41" y="173"/>
                    <a:pt x="48" y="173"/>
                    <a:pt x="54" y="177"/>
                  </a:cubicBezTo>
                  <a:cubicBezTo>
                    <a:pt x="60" y="180"/>
                    <a:pt x="63" y="186"/>
                    <a:pt x="67" y="191"/>
                  </a:cubicBezTo>
                  <a:cubicBezTo>
                    <a:pt x="68" y="193"/>
                    <a:pt x="71" y="197"/>
                    <a:pt x="72" y="198"/>
                  </a:cubicBezTo>
                  <a:cubicBezTo>
                    <a:pt x="73" y="198"/>
                    <a:pt x="78" y="196"/>
                    <a:pt x="80" y="194"/>
                  </a:cubicBezTo>
                  <a:cubicBezTo>
                    <a:pt x="86" y="192"/>
                    <a:pt x="92" y="189"/>
                    <a:pt x="99" y="189"/>
                  </a:cubicBezTo>
                  <a:cubicBezTo>
                    <a:pt x="106" y="189"/>
                    <a:pt x="112" y="190"/>
                    <a:pt x="117" y="193"/>
                  </a:cubicBezTo>
                  <a:cubicBezTo>
                    <a:pt x="120" y="194"/>
                    <a:pt x="124" y="195"/>
                    <a:pt x="125" y="195"/>
                  </a:cubicBezTo>
                  <a:cubicBezTo>
                    <a:pt x="125" y="195"/>
                    <a:pt x="125" y="195"/>
                    <a:pt x="125" y="195"/>
                  </a:cubicBezTo>
                  <a:cubicBezTo>
                    <a:pt x="126" y="195"/>
                    <a:pt x="129" y="192"/>
                    <a:pt x="131" y="189"/>
                  </a:cubicBezTo>
                  <a:cubicBezTo>
                    <a:pt x="134" y="184"/>
                    <a:pt x="138" y="179"/>
                    <a:pt x="143" y="176"/>
                  </a:cubicBezTo>
                  <a:cubicBezTo>
                    <a:pt x="149" y="172"/>
                    <a:pt x="156" y="172"/>
                    <a:pt x="162" y="172"/>
                  </a:cubicBezTo>
                  <a:cubicBezTo>
                    <a:pt x="165" y="172"/>
                    <a:pt x="170" y="172"/>
                    <a:pt x="171" y="171"/>
                  </a:cubicBezTo>
                  <a:cubicBezTo>
                    <a:pt x="172" y="170"/>
                    <a:pt x="172" y="165"/>
                    <a:pt x="172" y="162"/>
                  </a:cubicBezTo>
                  <a:cubicBezTo>
                    <a:pt x="173" y="156"/>
                    <a:pt x="173" y="150"/>
                    <a:pt x="176" y="144"/>
                  </a:cubicBezTo>
                  <a:cubicBezTo>
                    <a:pt x="180" y="138"/>
                    <a:pt x="185" y="134"/>
                    <a:pt x="190" y="131"/>
                  </a:cubicBezTo>
                  <a:cubicBezTo>
                    <a:pt x="193" y="129"/>
                    <a:pt x="197" y="127"/>
                    <a:pt x="198" y="125"/>
                  </a:cubicBezTo>
                  <a:cubicBezTo>
                    <a:pt x="198" y="124"/>
                    <a:pt x="195" y="120"/>
                    <a:pt x="194" y="117"/>
                  </a:cubicBezTo>
                  <a:cubicBezTo>
                    <a:pt x="191" y="112"/>
                    <a:pt x="188" y="106"/>
                    <a:pt x="188" y="99"/>
                  </a:cubicBezTo>
                  <a:close/>
                  <a:moveTo>
                    <a:pt x="99" y="152"/>
                  </a:moveTo>
                  <a:cubicBezTo>
                    <a:pt x="69" y="152"/>
                    <a:pt x="45" y="128"/>
                    <a:pt x="45" y="99"/>
                  </a:cubicBezTo>
                  <a:cubicBezTo>
                    <a:pt x="45" y="70"/>
                    <a:pt x="69" y="46"/>
                    <a:pt x="99" y="46"/>
                  </a:cubicBezTo>
                  <a:cubicBezTo>
                    <a:pt x="128" y="46"/>
                    <a:pt x="152" y="70"/>
                    <a:pt x="152" y="99"/>
                  </a:cubicBezTo>
                  <a:cubicBezTo>
                    <a:pt x="152" y="128"/>
                    <a:pt x="128" y="152"/>
                    <a:pt x="99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Oval 684">
              <a:extLst>
                <a:ext uri="{FF2B5EF4-FFF2-40B4-BE49-F238E27FC236}">
                  <a16:creationId xmlns:a16="http://schemas.microsoft.com/office/drawing/2014/main" id="{8BA5111E-A5AC-4959-B44C-2C96511FE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9" y="2816"/>
              <a:ext cx="42" cy="4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1" name="Freeform 685">
              <a:extLst>
                <a:ext uri="{FF2B5EF4-FFF2-40B4-BE49-F238E27FC236}">
                  <a16:creationId xmlns:a16="http://schemas.microsoft.com/office/drawing/2014/main" id="{8CC01FCC-3557-423F-B17D-363D8F4D84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" y="2696"/>
              <a:ext cx="340" cy="34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375 w 512"/>
                <a:gd name="T11" fmla="*/ 245 h 512"/>
                <a:gd name="T12" fmla="*/ 359 w 512"/>
                <a:gd name="T13" fmla="*/ 263 h 512"/>
                <a:gd name="T14" fmla="*/ 352 w 512"/>
                <a:gd name="T15" fmla="*/ 268 h 512"/>
                <a:gd name="T16" fmla="*/ 351 w 512"/>
                <a:gd name="T17" fmla="*/ 278 h 512"/>
                <a:gd name="T18" fmla="*/ 343 w 512"/>
                <a:gd name="T19" fmla="*/ 300 h 512"/>
                <a:gd name="T20" fmla="*/ 320 w 512"/>
                <a:gd name="T21" fmla="*/ 308 h 512"/>
                <a:gd name="T22" fmla="*/ 320 w 512"/>
                <a:gd name="T23" fmla="*/ 308 h 512"/>
                <a:gd name="T24" fmla="*/ 320 w 512"/>
                <a:gd name="T25" fmla="*/ 416 h 512"/>
                <a:gd name="T26" fmla="*/ 314 w 512"/>
                <a:gd name="T27" fmla="*/ 425 h 512"/>
                <a:gd name="T28" fmla="*/ 309 w 512"/>
                <a:gd name="T29" fmla="*/ 426 h 512"/>
                <a:gd name="T30" fmla="*/ 304 w 512"/>
                <a:gd name="T31" fmla="*/ 425 h 512"/>
                <a:gd name="T32" fmla="*/ 256 w 512"/>
                <a:gd name="T33" fmla="*/ 396 h 512"/>
                <a:gd name="T34" fmla="*/ 208 w 512"/>
                <a:gd name="T35" fmla="*/ 425 h 512"/>
                <a:gd name="T36" fmla="*/ 197 w 512"/>
                <a:gd name="T37" fmla="*/ 425 h 512"/>
                <a:gd name="T38" fmla="*/ 192 w 512"/>
                <a:gd name="T39" fmla="*/ 416 h 512"/>
                <a:gd name="T40" fmla="*/ 192 w 512"/>
                <a:gd name="T41" fmla="*/ 308 h 512"/>
                <a:gd name="T42" fmla="*/ 191 w 512"/>
                <a:gd name="T43" fmla="*/ 308 h 512"/>
                <a:gd name="T44" fmla="*/ 168 w 512"/>
                <a:gd name="T45" fmla="*/ 300 h 512"/>
                <a:gd name="T46" fmla="*/ 161 w 512"/>
                <a:gd name="T47" fmla="*/ 278 h 512"/>
                <a:gd name="T48" fmla="*/ 160 w 512"/>
                <a:gd name="T49" fmla="*/ 268 h 512"/>
                <a:gd name="T50" fmla="*/ 152 w 512"/>
                <a:gd name="T51" fmla="*/ 263 h 512"/>
                <a:gd name="T52" fmla="*/ 136 w 512"/>
                <a:gd name="T53" fmla="*/ 245 h 512"/>
                <a:gd name="T54" fmla="*/ 141 w 512"/>
                <a:gd name="T55" fmla="*/ 222 h 512"/>
                <a:gd name="T56" fmla="*/ 145 w 512"/>
                <a:gd name="T57" fmla="*/ 213 h 512"/>
                <a:gd name="T58" fmla="*/ 141 w 512"/>
                <a:gd name="T59" fmla="*/ 204 h 512"/>
                <a:gd name="T60" fmla="*/ 136 w 512"/>
                <a:gd name="T61" fmla="*/ 181 h 512"/>
                <a:gd name="T62" fmla="*/ 152 w 512"/>
                <a:gd name="T63" fmla="*/ 163 h 512"/>
                <a:gd name="T64" fmla="*/ 160 w 512"/>
                <a:gd name="T65" fmla="*/ 158 h 512"/>
                <a:gd name="T66" fmla="*/ 161 w 512"/>
                <a:gd name="T67" fmla="*/ 148 h 512"/>
                <a:gd name="T68" fmla="*/ 168 w 512"/>
                <a:gd name="T69" fmla="*/ 126 h 512"/>
                <a:gd name="T70" fmla="*/ 191 w 512"/>
                <a:gd name="T71" fmla="*/ 118 h 512"/>
                <a:gd name="T72" fmla="*/ 200 w 512"/>
                <a:gd name="T73" fmla="*/ 117 h 512"/>
                <a:gd name="T74" fmla="*/ 206 w 512"/>
                <a:gd name="T75" fmla="*/ 110 h 512"/>
                <a:gd name="T76" fmla="*/ 224 w 512"/>
                <a:gd name="T77" fmla="*/ 93 h 512"/>
                <a:gd name="T78" fmla="*/ 247 w 512"/>
                <a:gd name="T79" fmla="*/ 99 h 512"/>
                <a:gd name="T80" fmla="*/ 256 w 512"/>
                <a:gd name="T81" fmla="*/ 102 h 512"/>
                <a:gd name="T82" fmla="*/ 264 w 512"/>
                <a:gd name="T83" fmla="*/ 99 h 512"/>
                <a:gd name="T84" fmla="*/ 288 w 512"/>
                <a:gd name="T85" fmla="*/ 93 h 512"/>
                <a:gd name="T86" fmla="*/ 306 w 512"/>
                <a:gd name="T87" fmla="*/ 110 h 512"/>
                <a:gd name="T88" fmla="*/ 311 w 512"/>
                <a:gd name="T89" fmla="*/ 117 h 512"/>
                <a:gd name="T90" fmla="*/ 320 w 512"/>
                <a:gd name="T91" fmla="*/ 118 h 512"/>
                <a:gd name="T92" fmla="*/ 343 w 512"/>
                <a:gd name="T93" fmla="*/ 126 h 512"/>
                <a:gd name="T94" fmla="*/ 351 w 512"/>
                <a:gd name="T95" fmla="*/ 148 h 512"/>
                <a:gd name="T96" fmla="*/ 352 w 512"/>
                <a:gd name="T97" fmla="*/ 158 h 512"/>
                <a:gd name="T98" fmla="*/ 359 w 512"/>
                <a:gd name="T99" fmla="*/ 163 h 512"/>
                <a:gd name="T100" fmla="*/ 375 w 512"/>
                <a:gd name="T101" fmla="*/ 181 h 512"/>
                <a:gd name="T102" fmla="*/ 370 w 512"/>
                <a:gd name="T103" fmla="*/ 204 h 512"/>
                <a:gd name="T104" fmla="*/ 367 w 512"/>
                <a:gd name="T105" fmla="*/ 213 h 512"/>
                <a:gd name="T106" fmla="*/ 370 w 512"/>
                <a:gd name="T107" fmla="*/ 222 h 512"/>
                <a:gd name="T108" fmla="*/ 375 w 512"/>
                <a:gd name="T109" fmla="*/ 24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375" y="245"/>
                  </a:moveTo>
                  <a:cubicBezTo>
                    <a:pt x="373" y="254"/>
                    <a:pt x="365" y="259"/>
                    <a:pt x="359" y="263"/>
                  </a:cubicBezTo>
                  <a:cubicBezTo>
                    <a:pt x="356" y="265"/>
                    <a:pt x="353" y="267"/>
                    <a:pt x="352" y="268"/>
                  </a:cubicBezTo>
                  <a:cubicBezTo>
                    <a:pt x="351" y="270"/>
                    <a:pt x="351" y="274"/>
                    <a:pt x="351" y="278"/>
                  </a:cubicBezTo>
                  <a:cubicBezTo>
                    <a:pt x="350" y="285"/>
                    <a:pt x="350" y="294"/>
                    <a:pt x="343" y="300"/>
                  </a:cubicBezTo>
                  <a:cubicBezTo>
                    <a:pt x="337" y="307"/>
                    <a:pt x="328" y="307"/>
                    <a:pt x="320" y="308"/>
                  </a:cubicBezTo>
                  <a:cubicBezTo>
                    <a:pt x="320" y="308"/>
                    <a:pt x="320" y="308"/>
                    <a:pt x="320" y="308"/>
                  </a:cubicBezTo>
                  <a:cubicBezTo>
                    <a:pt x="320" y="416"/>
                    <a:pt x="320" y="416"/>
                    <a:pt x="320" y="416"/>
                  </a:cubicBezTo>
                  <a:cubicBezTo>
                    <a:pt x="320" y="420"/>
                    <a:pt x="318" y="423"/>
                    <a:pt x="314" y="425"/>
                  </a:cubicBezTo>
                  <a:cubicBezTo>
                    <a:pt x="313" y="426"/>
                    <a:pt x="311" y="426"/>
                    <a:pt x="309" y="426"/>
                  </a:cubicBezTo>
                  <a:cubicBezTo>
                    <a:pt x="307" y="426"/>
                    <a:pt x="305" y="426"/>
                    <a:pt x="304" y="425"/>
                  </a:cubicBezTo>
                  <a:cubicBezTo>
                    <a:pt x="256" y="396"/>
                    <a:pt x="256" y="396"/>
                    <a:pt x="256" y="396"/>
                  </a:cubicBezTo>
                  <a:cubicBezTo>
                    <a:pt x="208" y="425"/>
                    <a:pt x="208" y="425"/>
                    <a:pt x="208" y="425"/>
                  </a:cubicBezTo>
                  <a:cubicBezTo>
                    <a:pt x="205" y="427"/>
                    <a:pt x="200" y="427"/>
                    <a:pt x="197" y="425"/>
                  </a:cubicBezTo>
                  <a:cubicBezTo>
                    <a:pt x="194" y="423"/>
                    <a:pt x="192" y="420"/>
                    <a:pt x="192" y="416"/>
                  </a:cubicBezTo>
                  <a:cubicBezTo>
                    <a:pt x="192" y="308"/>
                    <a:pt x="192" y="308"/>
                    <a:pt x="192" y="308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84" y="307"/>
                    <a:pt x="175" y="307"/>
                    <a:pt x="168" y="300"/>
                  </a:cubicBezTo>
                  <a:cubicBezTo>
                    <a:pt x="162" y="294"/>
                    <a:pt x="161" y="285"/>
                    <a:pt x="161" y="278"/>
                  </a:cubicBezTo>
                  <a:cubicBezTo>
                    <a:pt x="161" y="274"/>
                    <a:pt x="160" y="270"/>
                    <a:pt x="160" y="268"/>
                  </a:cubicBezTo>
                  <a:cubicBezTo>
                    <a:pt x="159" y="267"/>
                    <a:pt x="155" y="265"/>
                    <a:pt x="152" y="263"/>
                  </a:cubicBezTo>
                  <a:cubicBezTo>
                    <a:pt x="146" y="259"/>
                    <a:pt x="139" y="254"/>
                    <a:pt x="136" y="245"/>
                  </a:cubicBezTo>
                  <a:cubicBezTo>
                    <a:pt x="134" y="236"/>
                    <a:pt x="138" y="228"/>
                    <a:pt x="141" y="222"/>
                  </a:cubicBezTo>
                  <a:cubicBezTo>
                    <a:pt x="143" y="219"/>
                    <a:pt x="145" y="215"/>
                    <a:pt x="145" y="213"/>
                  </a:cubicBezTo>
                  <a:cubicBezTo>
                    <a:pt x="145" y="211"/>
                    <a:pt x="143" y="207"/>
                    <a:pt x="141" y="204"/>
                  </a:cubicBezTo>
                  <a:cubicBezTo>
                    <a:pt x="138" y="198"/>
                    <a:pt x="134" y="190"/>
                    <a:pt x="136" y="181"/>
                  </a:cubicBezTo>
                  <a:cubicBezTo>
                    <a:pt x="139" y="172"/>
                    <a:pt x="146" y="167"/>
                    <a:pt x="152" y="163"/>
                  </a:cubicBezTo>
                  <a:cubicBezTo>
                    <a:pt x="155" y="161"/>
                    <a:pt x="159" y="159"/>
                    <a:pt x="160" y="158"/>
                  </a:cubicBezTo>
                  <a:cubicBezTo>
                    <a:pt x="160" y="156"/>
                    <a:pt x="161" y="152"/>
                    <a:pt x="161" y="148"/>
                  </a:cubicBezTo>
                  <a:cubicBezTo>
                    <a:pt x="161" y="141"/>
                    <a:pt x="162" y="132"/>
                    <a:pt x="168" y="126"/>
                  </a:cubicBezTo>
                  <a:cubicBezTo>
                    <a:pt x="175" y="119"/>
                    <a:pt x="184" y="119"/>
                    <a:pt x="191" y="118"/>
                  </a:cubicBezTo>
                  <a:cubicBezTo>
                    <a:pt x="194" y="118"/>
                    <a:pt x="199" y="118"/>
                    <a:pt x="200" y="117"/>
                  </a:cubicBezTo>
                  <a:cubicBezTo>
                    <a:pt x="202" y="116"/>
                    <a:pt x="204" y="112"/>
                    <a:pt x="206" y="110"/>
                  </a:cubicBezTo>
                  <a:cubicBezTo>
                    <a:pt x="210" y="104"/>
                    <a:pt x="215" y="96"/>
                    <a:pt x="224" y="93"/>
                  </a:cubicBezTo>
                  <a:cubicBezTo>
                    <a:pt x="232" y="91"/>
                    <a:pt x="240" y="95"/>
                    <a:pt x="247" y="99"/>
                  </a:cubicBezTo>
                  <a:cubicBezTo>
                    <a:pt x="250" y="100"/>
                    <a:pt x="254" y="102"/>
                    <a:pt x="256" y="102"/>
                  </a:cubicBezTo>
                  <a:cubicBezTo>
                    <a:pt x="257" y="102"/>
                    <a:pt x="262" y="100"/>
                    <a:pt x="264" y="99"/>
                  </a:cubicBezTo>
                  <a:cubicBezTo>
                    <a:pt x="271" y="95"/>
                    <a:pt x="279" y="91"/>
                    <a:pt x="288" y="93"/>
                  </a:cubicBezTo>
                  <a:cubicBezTo>
                    <a:pt x="297" y="96"/>
                    <a:pt x="302" y="104"/>
                    <a:pt x="306" y="110"/>
                  </a:cubicBezTo>
                  <a:cubicBezTo>
                    <a:pt x="307" y="112"/>
                    <a:pt x="310" y="116"/>
                    <a:pt x="311" y="117"/>
                  </a:cubicBezTo>
                  <a:cubicBezTo>
                    <a:pt x="313" y="118"/>
                    <a:pt x="317" y="118"/>
                    <a:pt x="320" y="118"/>
                  </a:cubicBezTo>
                  <a:cubicBezTo>
                    <a:pt x="328" y="119"/>
                    <a:pt x="337" y="119"/>
                    <a:pt x="343" y="126"/>
                  </a:cubicBezTo>
                  <a:cubicBezTo>
                    <a:pt x="350" y="132"/>
                    <a:pt x="350" y="141"/>
                    <a:pt x="351" y="148"/>
                  </a:cubicBezTo>
                  <a:cubicBezTo>
                    <a:pt x="351" y="152"/>
                    <a:pt x="351" y="156"/>
                    <a:pt x="352" y="158"/>
                  </a:cubicBezTo>
                  <a:cubicBezTo>
                    <a:pt x="353" y="159"/>
                    <a:pt x="356" y="161"/>
                    <a:pt x="359" y="163"/>
                  </a:cubicBezTo>
                  <a:cubicBezTo>
                    <a:pt x="365" y="167"/>
                    <a:pt x="373" y="172"/>
                    <a:pt x="375" y="181"/>
                  </a:cubicBezTo>
                  <a:cubicBezTo>
                    <a:pt x="378" y="190"/>
                    <a:pt x="373" y="198"/>
                    <a:pt x="370" y="204"/>
                  </a:cubicBezTo>
                  <a:cubicBezTo>
                    <a:pt x="369" y="207"/>
                    <a:pt x="367" y="211"/>
                    <a:pt x="367" y="213"/>
                  </a:cubicBezTo>
                  <a:cubicBezTo>
                    <a:pt x="367" y="215"/>
                    <a:pt x="369" y="219"/>
                    <a:pt x="370" y="222"/>
                  </a:cubicBezTo>
                  <a:cubicBezTo>
                    <a:pt x="373" y="228"/>
                    <a:pt x="378" y="236"/>
                    <a:pt x="375" y="2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1709" noProof="0"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32" name="Freeform 189">
            <a:extLst>
              <a:ext uri="{FF2B5EF4-FFF2-40B4-BE49-F238E27FC236}">
                <a16:creationId xmlns:a16="http://schemas.microsoft.com/office/drawing/2014/main" id="{23B674E2-626D-4B24-8467-D5CBF2D5535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64060" y="3831868"/>
            <a:ext cx="371153" cy="366581"/>
          </a:xfrm>
          <a:custGeom>
            <a:avLst/>
            <a:gdLst>
              <a:gd name="T0" fmla="*/ 0 w 512"/>
              <a:gd name="T1" fmla="*/ 256 h 512"/>
              <a:gd name="T2" fmla="*/ 512 w 512"/>
              <a:gd name="T3" fmla="*/ 256 h 512"/>
              <a:gd name="T4" fmla="*/ 416 w 512"/>
              <a:gd name="T5" fmla="*/ 330 h 512"/>
              <a:gd name="T6" fmla="*/ 394 w 512"/>
              <a:gd name="T7" fmla="*/ 341 h 512"/>
              <a:gd name="T8" fmla="*/ 384 w 512"/>
              <a:gd name="T9" fmla="*/ 320 h 512"/>
              <a:gd name="T10" fmla="*/ 371 w 512"/>
              <a:gd name="T11" fmla="*/ 334 h 512"/>
              <a:gd name="T12" fmla="*/ 338 w 512"/>
              <a:gd name="T13" fmla="*/ 359 h 512"/>
              <a:gd name="T14" fmla="*/ 318 w 512"/>
              <a:gd name="T15" fmla="*/ 376 h 512"/>
              <a:gd name="T16" fmla="*/ 277 w 512"/>
              <a:gd name="T17" fmla="*/ 370 h 512"/>
              <a:gd name="T18" fmla="*/ 250 w 512"/>
              <a:gd name="T19" fmla="*/ 384 h 512"/>
              <a:gd name="T20" fmla="*/ 217 w 512"/>
              <a:gd name="T21" fmla="*/ 381 h 512"/>
              <a:gd name="T22" fmla="*/ 172 w 512"/>
              <a:gd name="T23" fmla="*/ 368 h 512"/>
              <a:gd name="T24" fmla="*/ 128 w 512"/>
              <a:gd name="T25" fmla="*/ 320 h 512"/>
              <a:gd name="T26" fmla="*/ 117 w 512"/>
              <a:gd name="T27" fmla="*/ 341 h 512"/>
              <a:gd name="T28" fmla="*/ 96 w 512"/>
              <a:gd name="T29" fmla="*/ 330 h 512"/>
              <a:gd name="T30" fmla="*/ 106 w 512"/>
              <a:gd name="T31" fmla="*/ 170 h 512"/>
              <a:gd name="T32" fmla="*/ 106 w 512"/>
              <a:gd name="T33" fmla="*/ 149 h 512"/>
              <a:gd name="T34" fmla="*/ 128 w 512"/>
              <a:gd name="T35" fmla="*/ 160 h 512"/>
              <a:gd name="T36" fmla="*/ 224 w 512"/>
              <a:gd name="T37" fmla="*/ 181 h 512"/>
              <a:gd name="T38" fmla="*/ 261 w 512"/>
              <a:gd name="T39" fmla="*/ 161 h 512"/>
              <a:gd name="T40" fmla="*/ 343 w 512"/>
              <a:gd name="T41" fmla="*/ 181 h 512"/>
              <a:gd name="T42" fmla="*/ 384 w 512"/>
              <a:gd name="T43" fmla="*/ 160 h 512"/>
              <a:gd name="T44" fmla="*/ 405 w 512"/>
              <a:gd name="T45" fmla="*/ 149 h 512"/>
              <a:gd name="T46" fmla="*/ 405 w 512"/>
              <a:gd name="T47" fmla="*/ 170 h 512"/>
              <a:gd name="T48" fmla="*/ 416 w 512"/>
              <a:gd name="T49" fmla="*/ 330 h 512"/>
              <a:gd name="T50" fmla="*/ 350 w 512"/>
              <a:gd name="T51" fmla="*/ 328 h 512"/>
              <a:gd name="T52" fmla="*/ 335 w 512"/>
              <a:gd name="T53" fmla="*/ 337 h 512"/>
              <a:gd name="T54" fmla="*/ 328 w 512"/>
              <a:gd name="T55" fmla="*/ 332 h 512"/>
              <a:gd name="T56" fmla="*/ 294 w 512"/>
              <a:gd name="T57" fmla="*/ 274 h 512"/>
              <a:gd name="T58" fmla="*/ 275 w 512"/>
              <a:gd name="T59" fmla="*/ 284 h 512"/>
              <a:gd name="T60" fmla="*/ 310 w 512"/>
              <a:gd name="T61" fmla="*/ 343 h 512"/>
              <a:gd name="T62" fmla="*/ 290 w 512"/>
              <a:gd name="T63" fmla="*/ 353 h 512"/>
              <a:gd name="T64" fmla="*/ 243 w 512"/>
              <a:gd name="T65" fmla="*/ 296 h 512"/>
              <a:gd name="T66" fmla="*/ 260 w 512"/>
              <a:gd name="T67" fmla="*/ 345 h 512"/>
              <a:gd name="T68" fmla="*/ 256 w 512"/>
              <a:gd name="T69" fmla="*/ 361 h 512"/>
              <a:gd name="T70" fmla="*/ 239 w 512"/>
              <a:gd name="T71" fmla="*/ 357 h 512"/>
              <a:gd name="T72" fmla="*/ 228 w 512"/>
              <a:gd name="T73" fmla="*/ 337 h 512"/>
              <a:gd name="T74" fmla="*/ 220 w 512"/>
              <a:gd name="T75" fmla="*/ 325 h 512"/>
              <a:gd name="T76" fmla="*/ 202 w 512"/>
              <a:gd name="T77" fmla="*/ 337 h 512"/>
              <a:gd name="T78" fmla="*/ 207 w 512"/>
              <a:gd name="T79" fmla="*/ 363 h 512"/>
              <a:gd name="T80" fmla="*/ 158 w 512"/>
              <a:gd name="T81" fmla="*/ 304 h 512"/>
              <a:gd name="T82" fmla="*/ 128 w 512"/>
              <a:gd name="T83" fmla="*/ 298 h 512"/>
              <a:gd name="T84" fmla="*/ 184 w 512"/>
              <a:gd name="T85" fmla="*/ 202 h 512"/>
              <a:gd name="T86" fmla="*/ 160 w 512"/>
              <a:gd name="T87" fmla="*/ 234 h 512"/>
              <a:gd name="T88" fmla="*/ 193 w 512"/>
              <a:gd name="T89" fmla="*/ 266 h 512"/>
              <a:gd name="T90" fmla="*/ 349 w 512"/>
              <a:gd name="T91" fmla="*/ 319 h 512"/>
              <a:gd name="T92" fmla="*/ 384 w 512"/>
              <a:gd name="T93" fmla="*/ 202 h 512"/>
              <a:gd name="T94" fmla="*/ 362 w 512"/>
              <a:gd name="T95" fmla="*/ 298 h 512"/>
              <a:gd name="T96" fmla="*/ 322 w 512"/>
              <a:gd name="T97" fmla="*/ 230 h 512"/>
              <a:gd name="T98" fmla="*/ 190 w 512"/>
              <a:gd name="T99" fmla="*/ 245 h 512"/>
              <a:gd name="T100" fmla="*/ 181 w 512"/>
              <a:gd name="T101" fmla="*/ 234 h 512"/>
              <a:gd name="T102" fmla="*/ 268 w 512"/>
              <a:gd name="T103" fmla="*/ 182 h 512"/>
              <a:gd name="T104" fmla="*/ 341 w 512"/>
              <a:gd name="T105" fmla="*/ 20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16" y="330"/>
                </a:moveTo>
                <a:cubicBezTo>
                  <a:pt x="416" y="336"/>
                  <a:pt x="411" y="341"/>
                  <a:pt x="405" y="341"/>
                </a:cubicBezTo>
                <a:cubicBezTo>
                  <a:pt x="394" y="341"/>
                  <a:pt x="394" y="341"/>
                  <a:pt x="394" y="341"/>
                </a:cubicBezTo>
                <a:cubicBezTo>
                  <a:pt x="388" y="341"/>
                  <a:pt x="384" y="336"/>
                  <a:pt x="384" y="33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1" y="320"/>
                  <a:pt x="371" y="320"/>
                  <a:pt x="371" y="320"/>
                </a:cubicBezTo>
                <a:cubicBezTo>
                  <a:pt x="372" y="324"/>
                  <a:pt x="372" y="329"/>
                  <a:pt x="371" y="334"/>
                </a:cubicBezTo>
                <a:cubicBezTo>
                  <a:pt x="368" y="342"/>
                  <a:pt x="363" y="350"/>
                  <a:pt x="355" y="354"/>
                </a:cubicBezTo>
                <a:cubicBezTo>
                  <a:pt x="350" y="357"/>
                  <a:pt x="344" y="359"/>
                  <a:pt x="338" y="359"/>
                </a:cubicBezTo>
                <a:cubicBezTo>
                  <a:pt x="336" y="359"/>
                  <a:pt x="334" y="358"/>
                  <a:pt x="332" y="358"/>
                </a:cubicBezTo>
                <a:cubicBezTo>
                  <a:pt x="330" y="365"/>
                  <a:pt x="325" y="372"/>
                  <a:pt x="318" y="376"/>
                </a:cubicBezTo>
                <a:cubicBezTo>
                  <a:pt x="313" y="380"/>
                  <a:pt x="307" y="381"/>
                  <a:pt x="301" y="381"/>
                </a:cubicBezTo>
                <a:cubicBezTo>
                  <a:pt x="292" y="381"/>
                  <a:pt x="283" y="377"/>
                  <a:pt x="277" y="370"/>
                </a:cubicBezTo>
                <a:cubicBezTo>
                  <a:pt x="274" y="374"/>
                  <a:pt x="271" y="377"/>
                  <a:pt x="267" y="379"/>
                </a:cubicBezTo>
                <a:cubicBezTo>
                  <a:pt x="261" y="382"/>
                  <a:pt x="256" y="384"/>
                  <a:pt x="250" y="384"/>
                </a:cubicBezTo>
                <a:cubicBezTo>
                  <a:pt x="241" y="384"/>
                  <a:pt x="232" y="380"/>
                  <a:pt x="226" y="374"/>
                </a:cubicBezTo>
                <a:cubicBezTo>
                  <a:pt x="224" y="376"/>
                  <a:pt x="221" y="379"/>
                  <a:pt x="217" y="381"/>
                </a:cubicBezTo>
                <a:cubicBezTo>
                  <a:pt x="212" y="384"/>
                  <a:pt x="207" y="385"/>
                  <a:pt x="202" y="385"/>
                </a:cubicBezTo>
                <a:cubicBezTo>
                  <a:pt x="190" y="385"/>
                  <a:pt x="178" y="379"/>
                  <a:pt x="172" y="368"/>
                </a:cubicBezTo>
                <a:cubicBezTo>
                  <a:pt x="143" y="320"/>
                  <a:pt x="143" y="320"/>
                  <a:pt x="143" y="320"/>
                </a:cubicBezTo>
                <a:cubicBezTo>
                  <a:pt x="128" y="320"/>
                  <a:pt x="128" y="320"/>
                  <a:pt x="128" y="320"/>
                </a:cubicBezTo>
                <a:cubicBezTo>
                  <a:pt x="128" y="330"/>
                  <a:pt x="128" y="330"/>
                  <a:pt x="128" y="330"/>
                </a:cubicBezTo>
                <a:cubicBezTo>
                  <a:pt x="128" y="336"/>
                  <a:pt x="123" y="341"/>
                  <a:pt x="117" y="341"/>
                </a:cubicBezTo>
                <a:cubicBezTo>
                  <a:pt x="106" y="341"/>
                  <a:pt x="106" y="341"/>
                  <a:pt x="106" y="341"/>
                </a:cubicBezTo>
                <a:cubicBezTo>
                  <a:pt x="100" y="341"/>
                  <a:pt x="96" y="336"/>
                  <a:pt x="96" y="330"/>
                </a:cubicBezTo>
                <a:cubicBezTo>
                  <a:pt x="96" y="324"/>
                  <a:pt x="100" y="320"/>
                  <a:pt x="106" y="320"/>
                </a:cubicBez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117" y="149"/>
                  <a:pt x="117" y="149"/>
                  <a:pt x="117" y="149"/>
                </a:cubicBezTo>
                <a:cubicBezTo>
                  <a:pt x="123" y="149"/>
                  <a:pt x="128" y="154"/>
                  <a:pt x="128" y="160"/>
                </a:cubicBezTo>
                <a:cubicBezTo>
                  <a:pt x="128" y="181"/>
                  <a:pt x="128" y="181"/>
                  <a:pt x="128" y="181"/>
                </a:cubicBezTo>
                <a:cubicBezTo>
                  <a:pt x="224" y="181"/>
                  <a:pt x="224" y="181"/>
                  <a:pt x="224" y="181"/>
                </a:cubicBezTo>
                <a:cubicBezTo>
                  <a:pt x="224" y="181"/>
                  <a:pt x="224" y="181"/>
                  <a:pt x="224" y="181"/>
                </a:cubicBezTo>
                <a:cubicBezTo>
                  <a:pt x="261" y="161"/>
                  <a:pt x="261" y="161"/>
                  <a:pt x="261" y="161"/>
                </a:cubicBezTo>
                <a:cubicBezTo>
                  <a:pt x="264" y="160"/>
                  <a:pt x="267" y="159"/>
                  <a:pt x="269" y="160"/>
                </a:cubicBezTo>
                <a:cubicBezTo>
                  <a:pt x="343" y="181"/>
                  <a:pt x="343" y="181"/>
                  <a:pt x="343" y="181"/>
                </a:cubicBezTo>
                <a:cubicBezTo>
                  <a:pt x="384" y="181"/>
                  <a:pt x="384" y="181"/>
                  <a:pt x="384" y="181"/>
                </a:cubicBezTo>
                <a:cubicBezTo>
                  <a:pt x="384" y="160"/>
                  <a:pt x="384" y="160"/>
                  <a:pt x="384" y="160"/>
                </a:cubicBezTo>
                <a:cubicBezTo>
                  <a:pt x="384" y="154"/>
                  <a:pt x="388" y="149"/>
                  <a:pt x="394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ubicBezTo>
                  <a:pt x="405" y="320"/>
                  <a:pt x="405" y="320"/>
                  <a:pt x="405" y="320"/>
                </a:cubicBezTo>
                <a:cubicBezTo>
                  <a:pt x="411" y="320"/>
                  <a:pt x="416" y="324"/>
                  <a:pt x="416" y="330"/>
                </a:cubicBezTo>
                <a:close/>
                <a:moveTo>
                  <a:pt x="349" y="319"/>
                </a:moveTo>
                <a:cubicBezTo>
                  <a:pt x="350" y="322"/>
                  <a:pt x="351" y="325"/>
                  <a:pt x="350" y="328"/>
                </a:cubicBezTo>
                <a:cubicBezTo>
                  <a:pt x="349" y="332"/>
                  <a:pt x="347" y="334"/>
                  <a:pt x="344" y="336"/>
                </a:cubicBezTo>
                <a:cubicBezTo>
                  <a:pt x="342" y="337"/>
                  <a:pt x="338" y="338"/>
                  <a:pt x="335" y="337"/>
                </a:cubicBezTo>
                <a:cubicBezTo>
                  <a:pt x="332" y="336"/>
                  <a:pt x="330" y="334"/>
                  <a:pt x="328" y="332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28" y="332"/>
                  <a:pt x="328" y="332"/>
                  <a:pt x="328" y="331"/>
                </a:cubicBezTo>
                <a:cubicBezTo>
                  <a:pt x="294" y="274"/>
                  <a:pt x="294" y="274"/>
                  <a:pt x="294" y="274"/>
                </a:cubicBezTo>
                <a:cubicBezTo>
                  <a:pt x="291" y="268"/>
                  <a:pt x="284" y="267"/>
                  <a:pt x="279" y="270"/>
                </a:cubicBezTo>
                <a:cubicBezTo>
                  <a:pt x="274" y="273"/>
                  <a:pt x="272" y="279"/>
                  <a:pt x="275" y="284"/>
                </a:cubicBezTo>
                <a:cubicBezTo>
                  <a:pt x="310" y="343"/>
                  <a:pt x="310" y="343"/>
                  <a:pt x="310" y="343"/>
                </a:cubicBezTo>
                <a:cubicBezTo>
                  <a:pt x="310" y="343"/>
                  <a:pt x="310" y="343"/>
                  <a:pt x="310" y="343"/>
                </a:cubicBezTo>
                <a:cubicBezTo>
                  <a:pt x="313" y="348"/>
                  <a:pt x="313" y="355"/>
                  <a:pt x="307" y="358"/>
                </a:cubicBezTo>
                <a:cubicBezTo>
                  <a:pt x="301" y="361"/>
                  <a:pt x="294" y="359"/>
                  <a:pt x="290" y="353"/>
                </a:cubicBezTo>
                <a:cubicBezTo>
                  <a:pt x="258" y="300"/>
                  <a:pt x="258" y="300"/>
                  <a:pt x="258" y="300"/>
                </a:cubicBezTo>
                <a:cubicBezTo>
                  <a:pt x="255" y="295"/>
                  <a:pt x="249" y="293"/>
                  <a:pt x="243" y="296"/>
                </a:cubicBezTo>
                <a:cubicBezTo>
                  <a:pt x="238" y="299"/>
                  <a:pt x="237" y="306"/>
                  <a:pt x="240" y="311"/>
                </a:cubicBezTo>
                <a:cubicBezTo>
                  <a:pt x="260" y="345"/>
                  <a:pt x="260" y="345"/>
                  <a:pt x="260" y="345"/>
                </a:cubicBezTo>
                <a:cubicBezTo>
                  <a:pt x="262" y="347"/>
                  <a:pt x="262" y="350"/>
                  <a:pt x="261" y="353"/>
                </a:cubicBezTo>
                <a:cubicBezTo>
                  <a:pt x="261" y="356"/>
                  <a:pt x="259" y="359"/>
                  <a:pt x="256" y="361"/>
                </a:cubicBezTo>
                <a:cubicBezTo>
                  <a:pt x="250" y="364"/>
                  <a:pt x="243" y="362"/>
                  <a:pt x="239" y="357"/>
                </a:cubicBezTo>
                <a:cubicBezTo>
                  <a:pt x="239" y="357"/>
                  <a:pt x="239" y="357"/>
                  <a:pt x="239" y="357"/>
                </a:cubicBezTo>
                <a:cubicBezTo>
                  <a:pt x="228" y="337"/>
                  <a:pt x="228" y="337"/>
                  <a:pt x="228" y="337"/>
                </a:cubicBezTo>
                <a:cubicBezTo>
                  <a:pt x="228" y="337"/>
                  <a:pt x="228" y="337"/>
                  <a:pt x="228" y="337"/>
                </a:cubicBezTo>
                <a:cubicBezTo>
                  <a:pt x="228" y="337"/>
                  <a:pt x="228" y="337"/>
                  <a:pt x="228" y="337"/>
                </a:cubicBezTo>
                <a:cubicBezTo>
                  <a:pt x="220" y="325"/>
                  <a:pt x="220" y="325"/>
                  <a:pt x="220" y="325"/>
                </a:cubicBezTo>
                <a:cubicBezTo>
                  <a:pt x="217" y="320"/>
                  <a:pt x="210" y="319"/>
                  <a:pt x="206" y="322"/>
                </a:cubicBezTo>
                <a:cubicBezTo>
                  <a:pt x="201" y="325"/>
                  <a:pt x="199" y="332"/>
                  <a:pt x="202" y="337"/>
                </a:cubicBezTo>
                <a:cubicBezTo>
                  <a:pt x="210" y="348"/>
                  <a:pt x="210" y="348"/>
                  <a:pt x="210" y="348"/>
                </a:cubicBezTo>
                <a:cubicBezTo>
                  <a:pt x="211" y="350"/>
                  <a:pt x="214" y="358"/>
                  <a:pt x="207" y="363"/>
                </a:cubicBezTo>
                <a:cubicBezTo>
                  <a:pt x="201" y="366"/>
                  <a:pt x="193" y="362"/>
                  <a:pt x="190" y="357"/>
                </a:cubicBezTo>
                <a:cubicBezTo>
                  <a:pt x="158" y="304"/>
                  <a:pt x="158" y="304"/>
                  <a:pt x="158" y="304"/>
                </a:cubicBezTo>
                <a:cubicBezTo>
                  <a:pt x="156" y="300"/>
                  <a:pt x="153" y="298"/>
                  <a:pt x="149" y="298"/>
                </a:cubicBezTo>
                <a:cubicBezTo>
                  <a:pt x="128" y="298"/>
                  <a:pt x="128" y="298"/>
                  <a:pt x="128" y="298"/>
                </a:cubicBezTo>
                <a:cubicBezTo>
                  <a:pt x="128" y="202"/>
                  <a:pt x="128" y="202"/>
                  <a:pt x="128" y="202"/>
                </a:cubicBezTo>
                <a:cubicBezTo>
                  <a:pt x="184" y="202"/>
                  <a:pt x="184" y="202"/>
                  <a:pt x="184" y="202"/>
                </a:cubicBezTo>
                <a:cubicBezTo>
                  <a:pt x="176" y="207"/>
                  <a:pt x="176" y="207"/>
                  <a:pt x="176" y="207"/>
                </a:cubicBezTo>
                <a:cubicBezTo>
                  <a:pt x="166" y="213"/>
                  <a:pt x="160" y="223"/>
                  <a:pt x="160" y="234"/>
                </a:cubicBezTo>
                <a:cubicBezTo>
                  <a:pt x="160" y="244"/>
                  <a:pt x="164" y="254"/>
                  <a:pt x="170" y="260"/>
                </a:cubicBezTo>
                <a:cubicBezTo>
                  <a:pt x="177" y="265"/>
                  <a:pt x="185" y="267"/>
                  <a:pt x="193" y="266"/>
                </a:cubicBezTo>
                <a:cubicBezTo>
                  <a:pt x="307" y="247"/>
                  <a:pt x="307" y="247"/>
                  <a:pt x="307" y="247"/>
                </a:cubicBezTo>
                <a:lnTo>
                  <a:pt x="349" y="319"/>
                </a:lnTo>
                <a:close/>
                <a:moveTo>
                  <a:pt x="341" y="202"/>
                </a:moveTo>
                <a:cubicBezTo>
                  <a:pt x="384" y="202"/>
                  <a:pt x="384" y="202"/>
                  <a:pt x="384" y="202"/>
                </a:cubicBezTo>
                <a:cubicBezTo>
                  <a:pt x="384" y="298"/>
                  <a:pt x="384" y="298"/>
                  <a:pt x="384" y="298"/>
                </a:cubicBezTo>
                <a:cubicBezTo>
                  <a:pt x="362" y="298"/>
                  <a:pt x="362" y="298"/>
                  <a:pt x="362" y="298"/>
                </a:cubicBezTo>
                <a:cubicBezTo>
                  <a:pt x="362" y="298"/>
                  <a:pt x="362" y="299"/>
                  <a:pt x="361" y="299"/>
                </a:cubicBezTo>
                <a:cubicBezTo>
                  <a:pt x="322" y="230"/>
                  <a:pt x="322" y="230"/>
                  <a:pt x="322" y="230"/>
                </a:cubicBezTo>
                <a:cubicBezTo>
                  <a:pt x="320" y="226"/>
                  <a:pt x="316" y="224"/>
                  <a:pt x="311" y="225"/>
                </a:cubicBezTo>
                <a:cubicBezTo>
                  <a:pt x="190" y="245"/>
                  <a:pt x="190" y="245"/>
                  <a:pt x="190" y="245"/>
                </a:cubicBezTo>
                <a:cubicBezTo>
                  <a:pt x="187" y="246"/>
                  <a:pt x="185" y="245"/>
                  <a:pt x="184" y="244"/>
                </a:cubicBezTo>
                <a:cubicBezTo>
                  <a:pt x="182" y="242"/>
                  <a:pt x="181" y="238"/>
                  <a:pt x="181" y="234"/>
                </a:cubicBezTo>
                <a:cubicBezTo>
                  <a:pt x="181" y="229"/>
                  <a:pt x="184" y="227"/>
                  <a:pt x="186" y="226"/>
                </a:cubicBezTo>
                <a:cubicBezTo>
                  <a:pt x="268" y="182"/>
                  <a:pt x="268" y="182"/>
                  <a:pt x="268" y="182"/>
                </a:cubicBezTo>
                <a:cubicBezTo>
                  <a:pt x="338" y="202"/>
                  <a:pt x="338" y="202"/>
                  <a:pt x="338" y="202"/>
                </a:cubicBezTo>
                <a:cubicBezTo>
                  <a:pt x="339" y="202"/>
                  <a:pt x="340" y="202"/>
                  <a:pt x="341" y="202"/>
                </a:cubicBezTo>
                <a:close/>
              </a:path>
            </a:pathLst>
          </a:custGeom>
          <a:solidFill>
            <a:srgbClr val="9DD4C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1709" noProof="0"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C41D03D-4295-4FA8-9046-3E95BC3C79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293" y="433859"/>
            <a:ext cx="3096000" cy="540000"/>
          </a:xfrm>
        </p:spPr>
        <p:txBody>
          <a:bodyPr>
            <a:noAutofit/>
          </a:bodyPr>
          <a:lstStyle>
            <a:lvl1pPr>
              <a:defRPr sz="1800" b="1">
                <a:solidFill>
                  <a:srgbClr val="9DD4CF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Parcours professionnel et 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6A9B7-92E6-428C-89E2-A37F03CE64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64293" y="3835086"/>
            <a:ext cx="3096000" cy="54133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smtClean="0">
                <a:solidFill>
                  <a:srgbClr val="9DD4CF"/>
                </a:solidFill>
                <a:latin typeface="Aptos" panose="020B0004020202020204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fr-FR" noProof="0" dirty="0"/>
              <a:t>Domaines de compétences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5C9403-6234-4454-8EBB-04A177DE2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88667" y="3831868"/>
            <a:ext cx="3095625" cy="540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rgbClr val="9DD4CF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 noProof="0" dirty="0"/>
              <a:t>Principaux clients</a:t>
            </a:r>
          </a:p>
        </p:txBody>
      </p:sp>
      <p:sp>
        <p:nvSpPr>
          <p:cNvPr id="33" name="Text Placeholder 44">
            <a:extLst>
              <a:ext uri="{FF2B5EF4-FFF2-40B4-BE49-F238E27FC236}">
                <a16:creationId xmlns:a16="http://schemas.microsoft.com/office/drawing/2014/main" id="{D8B5110F-CCC0-4CC2-9F28-D3A7C33A8C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51104" y="1171955"/>
            <a:ext cx="3420000" cy="685294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Expérience</a:t>
            </a:r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34" name="Text Placeholder 44">
            <a:extLst>
              <a:ext uri="{FF2B5EF4-FFF2-40B4-BE49-F238E27FC236}">
                <a16:creationId xmlns:a16="http://schemas.microsoft.com/office/drawing/2014/main" id="{1E7FF87A-5B83-4BD0-9701-61B1E126B9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1104" y="2018421"/>
            <a:ext cx="3420000" cy="685294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Diplômes</a:t>
            </a:r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35" name="Text Placeholder 44">
            <a:extLst>
              <a:ext uri="{FF2B5EF4-FFF2-40B4-BE49-F238E27FC236}">
                <a16:creationId xmlns:a16="http://schemas.microsoft.com/office/drawing/2014/main" id="{A957E88A-8957-4666-BD23-E4FC57C045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1104" y="2864888"/>
            <a:ext cx="3420000" cy="685294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Langues</a:t>
            </a:r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37" name="Text Placeholder 44">
            <a:extLst>
              <a:ext uri="{FF2B5EF4-FFF2-40B4-BE49-F238E27FC236}">
                <a16:creationId xmlns:a16="http://schemas.microsoft.com/office/drawing/2014/main" id="{03BB08CF-29F3-49DC-866D-7F6F8C0394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51104" y="4568554"/>
            <a:ext cx="3420000" cy="792000"/>
          </a:xfr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60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r>
              <a:rPr lang="fr-FR" noProof="0" dirty="0"/>
              <a:t> </a:t>
            </a:r>
            <a:r>
              <a:rPr lang="fr-FR" noProof="0" dirty="0" err="1"/>
              <a:t>error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voluptatem</a:t>
            </a:r>
            <a:r>
              <a:rPr lang="fr-FR" noProof="0" dirty="0"/>
              <a:t> </a:t>
            </a:r>
            <a:r>
              <a:rPr lang="fr-FR" noProof="0" dirty="0" err="1"/>
              <a:t>accusantium</a:t>
            </a:r>
            <a:endParaRPr lang="fr-FR" noProof="0" dirty="0"/>
          </a:p>
        </p:txBody>
      </p:sp>
      <p:sp>
        <p:nvSpPr>
          <p:cNvPr id="38" name="Text Placeholder 44">
            <a:extLst>
              <a:ext uri="{FF2B5EF4-FFF2-40B4-BE49-F238E27FC236}">
                <a16:creationId xmlns:a16="http://schemas.microsoft.com/office/drawing/2014/main" id="{1CAF056E-AA8B-4116-96F9-FB6F8CE7F84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1104" y="5517442"/>
            <a:ext cx="3420000" cy="792000"/>
          </a:xfr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60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r>
              <a:rPr lang="fr-FR" noProof="0" dirty="0"/>
              <a:t> </a:t>
            </a:r>
            <a:r>
              <a:rPr lang="fr-FR" noProof="0" dirty="0" err="1"/>
              <a:t>error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voluptatem</a:t>
            </a:r>
            <a:r>
              <a:rPr lang="fr-FR" noProof="0" dirty="0"/>
              <a:t> </a:t>
            </a:r>
            <a:r>
              <a:rPr lang="fr-FR" noProof="0" dirty="0" err="1"/>
              <a:t>accusantium</a:t>
            </a:r>
            <a:endParaRPr lang="fr-FR" noProof="0" dirty="0"/>
          </a:p>
        </p:txBody>
      </p:sp>
      <p:sp>
        <p:nvSpPr>
          <p:cNvPr id="39" name="Text Placeholder 44">
            <a:extLst>
              <a:ext uri="{FF2B5EF4-FFF2-40B4-BE49-F238E27FC236}">
                <a16:creationId xmlns:a16="http://schemas.microsoft.com/office/drawing/2014/main" id="{73CECE02-7BF5-4C3B-9B3B-E487820547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75103" y="433859"/>
            <a:ext cx="3420000" cy="1423390"/>
          </a:xfr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60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r>
              <a:rPr lang="fr-FR" noProof="0" dirty="0"/>
              <a:t> </a:t>
            </a:r>
            <a:r>
              <a:rPr lang="fr-FR" noProof="0" dirty="0" err="1"/>
              <a:t>error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voluptatem</a:t>
            </a:r>
            <a:r>
              <a:rPr lang="fr-FR" noProof="0" dirty="0"/>
              <a:t> </a:t>
            </a:r>
            <a:r>
              <a:rPr lang="fr-FR" noProof="0" dirty="0" err="1"/>
              <a:t>accusantium</a:t>
            </a:r>
            <a:r>
              <a:rPr lang="fr-FR" noProof="0" dirty="0"/>
              <a:t> </a:t>
            </a:r>
            <a:r>
              <a:rPr lang="fr-FR" noProof="0" dirty="0" err="1"/>
              <a:t>doloremque</a:t>
            </a:r>
            <a:r>
              <a:rPr lang="fr-FR" noProof="0" dirty="0"/>
              <a:t> </a:t>
            </a:r>
            <a:r>
              <a:rPr lang="fr-FR" noProof="0" dirty="0" err="1"/>
              <a:t>laudantium</a:t>
            </a:r>
            <a:r>
              <a:rPr lang="fr-FR" noProof="0" dirty="0"/>
              <a:t>, </a:t>
            </a:r>
            <a:r>
              <a:rPr lang="fr-FR" noProof="0" dirty="0" err="1"/>
              <a:t>totam</a:t>
            </a:r>
            <a:r>
              <a:rPr lang="fr-FR" noProof="0" dirty="0"/>
              <a:t> rem </a:t>
            </a:r>
            <a:r>
              <a:rPr lang="fr-FR" noProof="0" dirty="0" err="1"/>
              <a:t>aperiam</a:t>
            </a:r>
            <a:r>
              <a:rPr lang="fr-FR" noProof="0" dirty="0"/>
              <a:t>, </a:t>
            </a:r>
            <a:r>
              <a:rPr lang="fr-FR" noProof="0" dirty="0" err="1"/>
              <a:t>eaque</a:t>
            </a:r>
            <a:r>
              <a:rPr lang="fr-FR" noProof="0" dirty="0"/>
              <a:t> </a:t>
            </a:r>
            <a:r>
              <a:rPr lang="fr-FR" noProof="0" dirty="0" err="1"/>
              <a:t>ipsa</a:t>
            </a:r>
            <a:r>
              <a:rPr lang="fr-FR" noProof="0" dirty="0"/>
              <a:t> </a:t>
            </a:r>
            <a:r>
              <a:rPr lang="fr-FR" noProof="0" dirty="0" err="1"/>
              <a:t>quae</a:t>
            </a:r>
            <a:r>
              <a:rPr lang="fr-FR" noProof="0" dirty="0"/>
              <a:t> ab </a:t>
            </a:r>
            <a:r>
              <a:rPr lang="fr-FR" noProof="0" dirty="0" err="1"/>
              <a:t>illo</a:t>
            </a:r>
            <a:r>
              <a:rPr lang="fr-FR" noProof="0" dirty="0"/>
              <a:t> </a:t>
            </a:r>
            <a:r>
              <a:rPr lang="fr-FR" noProof="0" dirty="0" err="1"/>
              <a:t>inventore</a:t>
            </a:r>
            <a:r>
              <a:rPr lang="fr-FR" noProof="0" dirty="0"/>
              <a:t> </a:t>
            </a:r>
            <a:r>
              <a:rPr lang="fr-FR" noProof="0" dirty="0" err="1"/>
              <a:t>veritatis</a:t>
            </a:r>
            <a:r>
              <a:rPr lang="fr-FR" noProof="0" dirty="0"/>
              <a:t> et quasi </a:t>
            </a:r>
            <a:r>
              <a:rPr lang="fr-FR" noProof="0" dirty="0" err="1"/>
              <a:t>architecto</a:t>
            </a:r>
            <a:r>
              <a:rPr lang="fr-FR" noProof="0" dirty="0"/>
              <a:t> </a:t>
            </a:r>
            <a:r>
              <a:rPr lang="fr-FR" noProof="0" dirty="0" err="1"/>
              <a:t>beatae</a:t>
            </a:r>
            <a:r>
              <a:rPr lang="fr-FR" noProof="0" dirty="0"/>
              <a:t> vitae dicta </a:t>
            </a:r>
            <a:r>
              <a:rPr lang="fr-FR" noProof="0" dirty="0" err="1"/>
              <a:t>sunt</a:t>
            </a:r>
            <a:r>
              <a:rPr lang="fr-FR" noProof="0" dirty="0"/>
              <a:t> </a:t>
            </a:r>
            <a:r>
              <a:rPr lang="fr-FR" noProof="0" dirty="0" err="1"/>
              <a:t>explicabo</a:t>
            </a:r>
            <a:r>
              <a:rPr lang="fr-FR" noProof="0" dirty="0"/>
              <a:t>.</a:t>
            </a:r>
          </a:p>
        </p:txBody>
      </p:sp>
      <p:sp>
        <p:nvSpPr>
          <p:cNvPr id="40" name="Text Placeholder 44">
            <a:extLst>
              <a:ext uri="{FF2B5EF4-FFF2-40B4-BE49-F238E27FC236}">
                <a16:creationId xmlns:a16="http://schemas.microsoft.com/office/drawing/2014/main" id="{280955BF-8F90-4CAC-8A45-1F10CE696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75103" y="2018421"/>
            <a:ext cx="3420000" cy="1422000"/>
          </a:xfrm>
        </p:spPr>
        <p:txBody>
          <a:bodyPr>
            <a:noAutofit/>
          </a:bodyPr>
          <a:lstStyle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60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r>
              <a:rPr lang="fr-FR" noProof="0" dirty="0"/>
              <a:t> </a:t>
            </a:r>
            <a:r>
              <a:rPr lang="fr-FR" noProof="0" dirty="0" err="1"/>
              <a:t>error</a:t>
            </a:r>
            <a:r>
              <a:rPr lang="fr-FR" noProof="0" dirty="0"/>
              <a:t> </a:t>
            </a:r>
            <a:r>
              <a:rPr lang="fr-FR" noProof="0" dirty="0" err="1"/>
              <a:t>sit</a:t>
            </a:r>
            <a:r>
              <a:rPr lang="fr-FR" noProof="0" dirty="0"/>
              <a:t> </a:t>
            </a:r>
            <a:r>
              <a:rPr lang="fr-FR" noProof="0" dirty="0" err="1"/>
              <a:t>voluptatem</a:t>
            </a:r>
            <a:r>
              <a:rPr lang="fr-FR" noProof="0" dirty="0"/>
              <a:t> </a:t>
            </a:r>
            <a:r>
              <a:rPr lang="fr-FR" noProof="0" dirty="0" err="1"/>
              <a:t>accusantium</a:t>
            </a:r>
            <a:r>
              <a:rPr lang="fr-FR" noProof="0" dirty="0"/>
              <a:t> </a:t>
            </a:r>
            <a:r>
              <a:rPr lang="fr-FR" noProof="0" dirty="0" err="1"/>
              <a:t>doloremque</a:t>
            </a:r>
            <a:r>
              <a:rPr lang="fr-FR" noProof="0" dirty="0"/>
              <a:t> </a:t>
            </a:r>
            <a:r>
              <a:rPr lang="fr-FR" noProof="0" dirty="0" err="1"/>
              <a:t>laudantium</a:t>
            </a:r>
            <a:r>
              <a:rPr lang="fr-FR" noProof="0" dirty="0"/>
              <a:t>, </a:t>
            </a:r>
            <a:r>
              <a:rPr lang="fr-FR" noProof="0" dirty="0" err="1"/>
              <a:t>totam</a:t>
            </a:r>
            <a:r>
              <a:rPr lang="fr-FR" noProof="0" dirty="0"/>
              <a:t> rem </a:t>
            </a:r>
            <a:r>
              <a:rPr lang="fr-FR" noProof="0" dirty="0" err="1"/>
              <a:t>aperiam</a:t>
            </a:r>
            <a:r>
              <a:rPr lang="fr-FR" noProof="0" dirty="0"/>
              <a:t>, </a:t>
            </a:r>
            <a:r>
              <a:rPr lang="fr-FR" noProof="0" dirty="0" err="1"/>
              <a:t>eaque</a:t>
            </a:r>
            <a:r>
              <a:rPr lang="fr-FR" noProof="0" dirty="0"/>
              <a:t> </a:t>
            </a:r>
            <a:r>
              <a:rPr lang="fr-FR" noProof="0" dirty="0" err="1"/>
              <a:t>ipsa</a:t>
            </a:r>
            <a:r>
              <a:rPr lang="fr-FR" noProof="0" dirty="0"/>
              <a:t> </a:t>
            </a:r>
            <a:r>
              <a:rPr lang="fr-FR" noProof="0" dirty="0" err="1"/>
              <a:t>quae</a:t>
            </a:r>
            <a:r>
              <a:rPr lang="fr-FR" noProof="0" dirty="0"/>
              <a:t> ab </a:t>
            </a:r>
            <a:r>
              <a:rPr lang="fr-FR" noProof="0" dirty="0" err="1"/>
              <a:t>illo</a:t>
            </a:r>
            <a:r>
              <a:rPr lang="fr-FR" noProof="0" dirty="0"/>
              <a:t> </a:t>
            </a:r>
            <a:r>
              <a:rPr lang="fr-FR" noProof="0" dirty="0" err="1"/>
              <a:t>inventore</a:t>
            </a:r>
            <a:r>
              <a:rPr lang="fr-FR" noProof="0" dirty="0"/>
              <a:t> </a:t>
            </a:r>
            <a:r>
              <a:rPr lang="fr-FR" noProof="0" dirty="0" err="1"/>
              <a:t>veritatis</a:t>
            </a:r>
            <a:r>
              <a:rPr lang="fr-FR" noProof="0" dirty="0"/>
              <a:t> et quasi </a:t>
            </a:r>
            <a:r>
              <a:rPr lang="fr-FR" noProof="0" dirty="0" err="1"/>
              <a:t>architecto</a:t>
            </a:r>
            <a:r>
              <a:rPr lang="fr-FR" noProof="0" dirty="0"/>
              <a:t> </a:t>
            </a:r>
            <a:r>
              <a:rPr lang="fr-FR" noProof="0" dirty="0" err="1"/>
              <a:t>beatae</a:t>
            </a:r>
            <a:r>
              <a:rPr lang="fr-FR" noProof="0" dirty="0"/>
              <a:t> vitae dicta </a:t>
            </a:r>
            <a:r>
              <a:rPr lang="fr-FR" noProof="0" dirty="0" err="1"/>
              <a:t>sunt</a:t>
            </a:r>
            <a:r>
              <a:rPr lang="fr-FR" noProof="0" dirty="0"/>
              <a:t> </a:t>
            </a:r>
            <a:r>
              <a:rPr lang="fr-FR" noProof="0" dirty="0" err="1"/>
              <a:t>explicabo</a:t>
            </a:r>
            <a:r>
              <a:rPr lang="fr-FR" noProof="0" dirty="0"/>
              <a:t>.</a:t>
            </a:r>
          </a:p>
        </p:txBody>
      </p:sp>
      <p:sp>
        <p:nvSpPr>
          <p:cNvPr id="41" name="Text Placeholder 44">
            <a:extLst>
              <a:ext uri="{FF2B5EF4-FFF2-40B4-BE49-F238E27FC236}">
                <a16:creationId xmlns:a16="http://schemas.microsoft.com/office/drawing/2014/main" id="{8410613D-2D18-4B8B-BA4D-4B9A0F32C4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103" y="4568554"/>
            <a:ext cx="3420000" cy="432000"/>
          </a:xfrm>
        </p:spPr>
        <p:txBody>
          <a:bodyPr>
            <a:noAutofit/>
          </a:bodyPr>
          <a:lstStyle>
            <a:lvl1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endParaRPr lang="fr-FR" noProof="0" dirty="0"/>
          </a:p>
        </p:txBody>
      </p:sp>
      <p:sp>
        <p:nvSpPr>
          <p:cNvPr id="44" name="Text Placeholder 44">
            <a:extLst>
              <a:ext uri="{FF2B5EF4-FFF2-40B4-BE49-F238E27FC236}">
                <a16:creationId xmlns:a16="http://schemas.microsoft.com/office/drawing/2014/main" id="{048A2085-BD6F-40AD-97CD-A60C5D6D57C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103" y="5004850"/>
            <a:ext cx="3420000" cy="432000"/>
          </a:xfrm>
        </p:spPr>
        <p:txBody>
          <a:bodyPr>
            <a:noAutofit/>
          </a:bodyPr>
          <a:lstStyle>
            <a:lvl1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endParaRPr lang="fr-FR" noProof="0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708BDDCD-9A0F-4792-8E02-6FD25DF8856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75103" y="5441146"/>
            <a:ext cx="3420000" cy="432000"/>
          </a:xfrm>
        </p:spPr>
        <p:txBody>
          <a:bodyPr>
            <a:noAutofit/>
          </a:bodyPr>
          <a:lstStyle>
            <a:lvl1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endParaRPr lang="fr-FR" noProof="0" dirty="0"/>
          </a:p>
        </p:txBody>
      </p:sp>
      <p:sp>
        <p:nvSpPr>
          <p:cNvPr id="46" name="Text Placeholder 44">
            <a:extLst>
              <a:ext uri="{FF2B5EF4-FFF2-40B4-BE49-F238E27FC236}">
                <a16:creationId xmlns:a16="http://schemas.microsoft.com/office/drawing/2014/main" id="{1BD47878-962C-4F0D-9835-F58EB64847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75103" y="5877442"/>
            <a:ext cx="3420000" cy="432000"/>
          </a:xfrm>
        </p:spPr>
        <p:txBody>
          <a:bodyPr>
            <a:noAutofit/>
          </a:bodyPr>
          <a:lstStyle>
            <a:lvl1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86BC25"/>
                </a:solidFill>
                <a:latin typeface="Aptos" panose="020B0004020202020204" pitchFamily="34" charset="0"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Aptos" panose="020B0004020202020204" pitchFamily="34" charset="0"/>
              </a:defRPr>
            </a:lvl2pPr>
          </a:lstStyle>
          <a:p>
            <a:pPr lvl="0"/>
            <a:r>
              <a:rPr lang="fr-FR" noProof="0" dirty="0"/>
              <a:t>Titre</a:t>
            </a:r>
          </a:p>
          <a:p>
            <a:pPr lvl="1"/>
            <a:r>
              <a:rPr lang="fr-FR" noProof="0" dirty="0" err="1"/>
              <a:t>lSed</a:t>
            </a:r>
            <a:r>
              <a:rPr lang="fr-FR" noProof="0" dirty="0"/>
              <a:t> ut </a:t>
            </a:r>
            <a:r>
              <a:rPr lang="fr-FR" noProof="0" dirty="0" err="1"/>
              <a:t>perspiciatis</a:t>
            </a:r>
            <a:r>
              <a:rPr lang="fr-FR" noProof="0" dirty="0"/>
              <a:t> </a:t>
            </a:r>
            <a:r>
              <a:rPr lang="fr-FR" noProof="0" dirty="0" err="1"/>
              <a:t>unde</a:t>
            </a:r>
            <a:r>
              <a:rPr lang="fr-FR" noProof="0" dirty="0"/>
              <a:t> </a:t>
            </a:r>
            <a:r>
              <a:rPr lang="fr-FR" noProof="0" dirty="0" err="1"/>
              <a:t>omnis</a:t>
            </a:r>
            <a:r>
              <a:rPr lang="fr-FR" noProof="0" dirty="0"/>
              <a:t> </a:t>
            </a:r>
            <a:r>
              <a:rPr lang="fr-FR" noProof="0" dirty="0" err="1"/>
              <a:t>iste</a:t>
            </a:r>
            <a:r>
              <a:rPr lang="fr-FR" noProof="0" dirty="0"/>
              <a:t> </a:t>
            </a:r>
            <a:r>
              <a:rPr lang="fr-FR" noProof="0" dirty="0" err="1"/>
              <a:t>natus</a:t>
            </a:r>
            <a:endParaRPr lang="fr-FR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CA5FE-253A-4527-9E52-ABCF1E27F56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31284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489D2F4-222C-4166-A854-D4EE54C0A7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90E0CA7-D141-4FA9-AF2D-9CF0EA59AF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 sz="900" noProof="0"/>
              <a:t>Insert </a:t>
            </a:r>
            <a:r>
              <a:rPr lang="fr-FR" sz="900" noProof="0" err="1"/>
              <a:t>sponsorship</a:t>
            </a:r>
            <a:r>
              <a:rPr lang="fr-FR" sz="900" noProof="0"/>
              <a:t> mark </a:t>
            </a:r>
            <a:r>
              <a:rPr lang="fr-FR" sz="900" noProof="0" err="1"/>
              <a:t>here</a:t>
            </a:r>
            <a:endParaRPr lang="fr-FR" noProof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53BBCE7-3328-4812-AAAE-E9F5BFCC30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DBE2B5-7678-9696-4296-56BF288F1D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00" y="144000"/>
            <a:ext cx="2560320" cy="104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5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3636573352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270" imgH="270" progId="TCLayout.ActiveDocument.1">
                  <p:embed/>
                </p:oleObj>
              </mc:Choice>
              <mc:Fallback>
                <p:oleObj name="think-cell Slide" r:id="rId31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49" y="317501"/>
            <a:ext cx="11188700" cy="338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Modifiez le style du titre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49" y="1628775"/>
            <a:ext cx="11188700" cy="47529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noProof="0" dirty="0"/>
              <a:t>Cliquez pour modifier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EA630022-1626-46F5-973B-051C768F4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649" y="6477001"/>
            <a:ext cx="46962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900"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r>
              <a:rPr lang="fr-FR" noProof="0"/>
              <a:t>© Deloitte SAS - Confidential Document </a:t>
            </a:r>
            <a:endParaRPr lang="fr-FR" noProof="0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B31417BB-16D5-49D7-B2D7-68A241B49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0273" y="6477001"/>
            <a:ext cx="2700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fr-FR" sz="900" smtClean="0"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fld id="{8CEAD05E-2714-4B34-B50B-B68BE1D7F5D9}" type="slidenum">
              <a:rPr lang="fr-FR" noProof="0" smtClean="0"/>
              <a:pPr>
                <a:spcBef>
                  <a:spcPts val="774"/>
                </a:spcBef>
                <a:buSzPct val="100000"/>
                <a:buFont typeface="Arial"/>
                <a:buNone/>
              </a:pPr>
              <a:t>‹#›</a:t>
            </a:fld>
            <a:endParaRPr lang="fr-FR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3C7DC-B22D-4297-A6C8-70A8C927B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94121" y="6477001"/>
            <a:ext cx="423890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en-US" sz="900" smtClean="0"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774"/>
              </a:spcBef>
              <a:buSzPct val="100000"/>
              <a:buFont typeface="Arial"/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4630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817" r:id="rId2"/>
    <p:sldLayoutId id="2147483805" r:id="rId3"/>
    <p:sldLayoutId id="2147483761" r:id="rId4"/>
    <p:sldLayoutId id="2147483706" r:id="rId5"/>
    <p:sldLayoutId id="2147483707" r:id="rId6"/>
    <p:sldLayoutId id="2147483808" r:id="rId7"/>
    <p:sldLayoutId id="2147483780" r:id="rId8"/>
    <p:sldLayoutId id="2147483786" r:id="rId9"/>
    <p:sldLayoutId id="2147483787" r:id="rId10"/>
    <p:sldLayoutId id="2147483809" r:id="rId11"/>
    <p:sldLayoutId id="2147483776" r:id="rId12"/>
    <p:sldLayoutId id="2147483770" r:id="rId13"/>
    <p:sldLayoutId id="2147483778" r:id="rId14"/>
    <p:sldLayoutId id="2147483781" r:id="rId15"/>
    <p:sldLayoutId id="2147483811" r:id="rId16"/>
    <p:sldLayoutId id="2147483788" r:id="rId17"/>
    <p:sldLayoutId id="2147483827" r:id="rId18"/>
    <p:sldLayoutId id="2147483828" r:id="rId19"/>
    <p:sldLayoutId id="2147483829" r:id="rId20"/>
    <p:sldLayoutId id="2147483830" r:id="rId21"/>
    <p:sldLayoutId id="2147483821" r:id="rId22"/>
    <p:sldLayoutId id="2147483822" r:id="rId23"/>
    <p:sldLayoutId id="2147483823" r:id="rId24"/>
    <p:sldLayoutId id="2147483824" r:id="rId25"/>
    <p:sldLayoutId id="2147483825" r:id="rId26"/>
    <p:sldLayoutId id="2147483826" r:id="rId27"/>
    <p:sldLayoutId id="2147483820" r:id="rId28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None/>
        <a:defRPr sz="13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0" indent="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/>
        <a:buNone/>
        <a:defRPr lang="en-US" sz="1300" b="1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17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35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30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532800" indent="-1764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4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237">
          <p15:clr>
            <a:srgbClr val="F26B43"/>
          </p15:clr>
        </p15:guide>
        <p15:guide id="5" pos="5523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10" pos="3721">
          <p15:clr>
            <a:srgbClr val="F26B43"/>
          </p15:clr>
        </p15:guide>
        <p15:guide id="11" orient="horz" pos="236">
          <p15:clr>
            <a:srgbClr val="F26B43"/>
          </p15:clr>
        </p15:guide>
        <p15:guide id="12" pos="1022">
          <p15:clr>
            <a:srgbClr val="F26B43"/>
          </p15:clr>
        </p15:guide>
        <p15:guide id="13" pos="1137">
          <p15:clr>
            <a:srgbClr val="F26B43"/>
          </p15:clr>
        </p15:guide>
        <p15:guide id="14" pos="1920">
          <p15:clr>
            <a:srgbClr val="F26B43"/>
          </p15:clr>
        </p15:guide>
        <p15:guide id="15" pos="2033">
          <p15:clr>
            <a:srgbClr val="F26B43"/>
          </p15:clr>
        </p15:guide>
        <p15:guide id="16" pos="4620">
          <p15:clr>
            <a:srgbClr val="F26B43"/>
          </p15:clr>
        </p15:guide>
        <p15:guide id="17" pos="2823">
          <p15:clr>
            <a:srgbClr val="F26B43"/>
          </p15:clr>
        </p15:guide>
        <p15:guide id="18" pos="2937">
          <p15:clr>
            <a:srgbClr val="F26B43"/>
          </p15:clr>
        </p15:guide>
        <p15:guide id="19" pos="2880">
          <p15:clr>
            <a:srgbClr val="F26B43"/>
          </p15:clr>
        </p15:guide>
        <p15:guide id="20" pos="4734">
          <p15:clr>
            <a:srgbClr val="F26B43"/>
          </p15:clr>
        </p15:guide>
        <p15:guide id="22" orient="horz" pos="640">
          <p15:clr>
            <a:srgbClr val="F26B43"/>
          </p15:clr>
        </p15:guide>
        <p15:guide id="23" pos="5098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orient="horz" pos="3968">
          <p15:clr>
            <a:srgbClr val="F26B43"/>
          </p15:clr>
        </p15:guide>
        <p15:guide id="26" pos="296">
          <p15:clr>
            <a:srgbClr val="F26B43"/>
          </p15:clr>
        </p15:guide>
        <p15:guide id="27" pos="7384">
          <p15:clr>
            <a:srgbClr val="F26B43"/>
          </p15:clr>
        </p15:guide>
        <p15:guide id="28" orient="horz" pos="1071">
          <p15:clr>
            <a:srgbClr val="F26B43"/>
          </p15:clr>
        </p15:guide>
        <p15:guide id="29" orient="horz" pos="245">
          <p15:clr>
            <a:srgbClr val="F26B43"/>
          </p15:clr>
        </p15:guide>
        <p15:guide id="30" orient="horz" pos="4081">
          <p15:clr>
            <a:srgbClr val="F26B43"/>
          </p15:clr>
        </p15:guide>
        <p15:guide id="31" pos="4986">
          <p15:clr>
            <a:srgbClr val="F26B43"/>
          </p15:clr>
        </p15:guide>
        <p15:guide id="32" pos="1382">
          <p15:clr>
            <a:srgbClr val="F26B43"/>
          </p15:clr>
        </p15:guide>
        <p15:guide id="33" pos="1496">
          <p15:clr>
            <a:srgbClr val="F26B43"/>
          </p15:clr>
        </p15:guide>
        <p15:guide id="34" pos="2581">
          <p15:clr>
            <a:srgbClr val="F26B43"/>
          </p15:clr>
        </p15:guide>
        <p15:guide id="35" pos="2695">
          <p15:clr>
            <a:srgbClr val="F26B43"/>
          </p15:clr>
        </p15:guide>
        <p15:guide id="36" pos="6185">
          <p15:clr>
            <a:srgbClr val="F26B43"/>
          </p15:clr>
        </p15:guide>
        <p15:guide id="37" pos="3783">
          <p15:clr>
            <a:srgbClr val="F26B43"/>
          </p15:clr>
        </p15:guide>
        <p15:guide id="38" pos="3896">
          <p15:clr>
            <a:srgbClr val="F26B43"/>
          </p15:clr>
        </p15:guide>
        <p15:guide id="39" pos="3840">
          <p15:clr>
            <a:srgbClr val="F26B43"/>
          </p15:clr>
        </p15:guide>
        <p15:guide id="40" pos="6299">
          <p15:clr>
            <a:srgbClr val="F26B43"/>
          </p15:clr>
        </p15:guide>
        <p15:guide id="41" orient="horz" pos="1049">
          <p15:clr>
            <a:srgbClr val="F26B43"/>
          </p15:clr>
        </p15:guide>
        <p15:guide id="42" orient="horz" pos="641">
          <p15:clr>
            <a:srgbClr val="F26B43"/>
          </p15:clr>
        </p15:guide>
        <p15:guide id="43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out…">
            <a:extLst>
              <a:ext uri="{FF2B5EF4-FFF2-40B4-BE49-F238E27FC236}">
                <a16:creationId xmlns:a16="http://schemas.microsoft.com/office/drawing/2014/main" id="{03C61603-A4F3-8668-E461-81006C398E97}"/>
              </a:ext>
            </a:extLst>
          </p:cNvPr>
          <p:cNvSpPr txBox="1"/>
          <p:nvPr/>
        </p:nvSpPr>
        <p:spPr>
          <a:xfrm>
            <a:off x="2783656" y="5050719"/>
            <a:ext cx="4099595" cy="231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marL="0" lvl="2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en-GB" sz="1000" dirty="0" err="1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Français</a:t>
            </a:r>
            <a:r>
              <a:rPr lang="en-GB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– </a:t>
            </a:r>
            <a:r>
              <a:rPr lang="en-GB" sz="1000" dirty="0" err="1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Anglais</a:t>
            </a:r>
            <a:r>
              <a:rPr lang="en-GB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- </a:t>
            </a:r>
            <a:r>
              <a:rPr lang="en-GB" sz="1000" dirty="0" err="1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Arabe</a:t>
            </a:r>
            <a:endParaRPr lang="en-GB" sz="1000" dirty="0">
              <a:solidFill>
                <a:srgbClr val="000000"/>
              </a:solidFill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" name="About…">
            <a:extLst>
              <a:ext uri="{FF2B5EF4-FFF2-40B4-BE49-F238E27FC236}">
                <a16:creationId xmlns:a16="http://schemas.microsoft.com/office/drawing/2014/main" id="{2FA4F252-652B-B12D-203E-E835B02D72E0}"/>
              </a:ext>
            </a:extLst>
          </p:cNvPr>
          <p:cNvSpPr txBox="1"/>
          <p:nvPr/>
        </p:nvSpPr>
        <p:spPr>
          <a:xfrm>
            <a:off x="3341341" y="4769012"/>
            <a:ext cx="1874398" cy="21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000"/>
              <a:t>Langues</a:t>
            </a:r>
          </a:p>
        </p:txBody>
      </p:sp>
      <p:pic>
        <p:nvPicPr>
          <p:cNvPr id="9" name="Picture 20">
            <a:extLst>
              <a:ext uri="{FF2B5EF4-FFF2-40B4-BE49-F238E27FC236}">
                <a16:creationId xmlns:a16="http://schemas.microsoft.com/office/drawing/2014/main" id="{467D7808-5BFE-FE2C-634D-C43DB630EE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11840783" y="0"/>
            <a:ext cx="351217" cy="6858000"/>
          </a:xfrm>
          <a:prstGeom prst="rect">
            <a:avLst/>
          </a:prstGeom>
        </p:spPr>
      </p:pic>
      <p:sp>
        <p:nvSpPr>
          <p:cNvPr id="10" name="Studio Lead">
            <a:extLst>
              <a:ext uri="{FF2B5EF4-FFF2-40B4-BE49-F238E27FC236}">
                <a16:creationId xmlns:a16="http://schemas.microsoft.com/office/drawing/2014/main" id="{703E0282-760E-A435-E017-850AF66BDDA9}"/>
              </a:ext>
            </a:extLst>
          </p:cNvPr>
          <p:cNvSpPr txBox="1"/>
          <p:nvPr/>
        </p:nvSpPr>
        <p:spPr>
          <a:xfrm>
            <a:off x="497603" y="1570709"/>
            <a:ext cx="1826286" cy="380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lnSpc>
                <a:spcPct val="1100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fr-FR" sz="1000" dirty="0">
                <a:latin typeface="+mn-lt"/>
              </a:rPr>
              <a:t>Consultante</a:t>
            </a:r>
          </a:p>
          <a:p>
            <a:r>
              <a:rPr lang="fr-FR" sz="1000" dirty="0">
                <a:latin typeface="+mn-lt"/>
              </a:rPr>
              <a:t>MuleSoft </a:t>
            </a:r>
            <a:endParaRPr sz="1000" dirty="0">
              <a:latin typeface="+mn-lt"/>
            </a:endParaRPr>
          </a:p>
        </p:txBody>
      </p:sp>
      <p:sp>
        <p:nvSpPr>
          <p:cNvPr id="11" name="About…">
            <a:extLst>
              <a:ext uri="{FF2B5EF4-FFF2-40B4-BE49-F238E27FC236}">
                <a16:creationId xmlns:a16="http://schemas.microsoft.com/office/drawing/2014/main" id="{2A684732-D9ED-D270-17F4-E002941CBABE}"/>
              </a:ext>
            </a:extLst>
          </p:cNvPr>
          <p:cNvSpPr txBox="1"/>
          <p:nvPr/>
        </p:nvSpPr>
        <p:spPr>
          <a:xfrm>
            <a:off x="2781326" y="840141"/>
            <a:ext cx="4099595" cy="1382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ts val="15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fr-FR" sz="1000" dirty="0">
                <a:ea typeface="Open Sans Light" panose="020B0306030504020204" pitchFamily="34" charset="0"/>
                <a:cs typeface="Open Sans Light" panose="020B0306030504020204" pitchFamily="34" charset="0"/>
              </a:rPr>
              <a:t>Maryem est consultante MuleSoft chez Deloitte Digital avec 2 ans d’expérience, son expertise se concentre principalement sur la conception, le développement et l'optimisation des APIs. </a:t>
            </a:r>
          </a:p>
          <a:p>
            <a:pPr>
              <a:lnSpc>
                <a:spcPts val="15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fr-FR" sz="1000" dirty="0">
                <a:ea typeface="Open Sans Light" panose="020B0306030504020204" pitchFamily="34" charset="0"/>
                <a:cs typeface="Open Sans Light" panose="020B0306030504020204" pitchFamily="34" charset="0"/>
              </a:rPr>
              <a:t>Grâce à ses diverses expériences sur des projets MuleSoft, elle a développé une solide compréhension des aspects fonctionnels et techniques liés à l'intégration des flux MuleSoft.</a:t>
            </a:r>
          </a:p>
          <a:p>
            <a:pPr>
              <a:lnSpc>
                <a:spcPts val="15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fr-FR" sz="1000" dirty="0">
                <a:ea typeface="Open Sans Light" panose="020B0306030504020204" pitchFamily="34" charset="0"/>
                <a:cs typeface="Open Sans Light" panose="020B0306030504020204" pitchFamily="34" charset="0"/>
              </a:rPr>
              <a:t>Maryem est certifiée Mulesoft développeuse niveau 1</a:t>
            </a:r>
          </a:p>
        </p:txBody>
      </p:sp>
      <p:sp>
        <p:nvSpPr>
          <p:cNvPr id="12" name="Studio Lead">
            <a:extLst>
              <a:ext uri="{FF2B5EF4-FFF2-40B4-BE49-F238E27FC236}">
                <a16:creationId xmlns:a16="http://schemas.microsoft.com/office/drawing/2014/main" id="{CEE7157B-F7DE-3684-D282-22558EF3F6AC}"/>
              </a:ext>
            </a:extLst>
          </p:cNvPr>
          <p:cNvSpPr txBox="1"/>
          <p:nvPr/>
        </p:nvSpPr>
        <p:spPr>
          <a:xfrm>
            <a:off x="497603" y="634704"/>
            <a:ext cx="1826286" cy="841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 anchor="t">
            <a:spAutoFit/>
          </a:bodyPr>
          <a:lstStyle>
            <a:lvl1pPr algn="l">
              <a:lnSpc>
                <a:spcPct val="1100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fr-FR" sz="24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Maryem </a:t>
            </a:r>
          </a:p>
          <a:p>
            <a:r>
              <a:rPr lang="fr-FR" sz="24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Hamdi</a:t>
            </a:r>
            <a:endParaRPr sz="24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13" name="Straight Connector 52">
            <a:extLst>
              <a:ext uri="{FF2B5EF4-FFF2-40B4-BE49-F238E27FC236}">
                <a16:creationId xmlns:a16="http://schemas.microsoft.com/office/drawing/2014/main" id="{F8FE3ED9-29E0-4C61-0179-90FB9021D35F}"/>
              </a:ext>
            </a:extLst>
          </p:cNvPr>
          <p:cNvCxnSpPr>
            <a:cxnSpLocks/>
          </p:cNvCxnSpPr>
          <p:nvPr/>
        </p:nvCxnSpPr>
        <p:spPr>
          <a:xfrm flipH="1">
            <a:off x="2781326" y="664565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bout…">
            <a:extLst>
              <a:ext uri="{FF2B5EF4-FFF2-40B4-BE49-F238E27FC236}">
                <a16:creationId xmlns:a16="http://schemas.microsoft.com/office/drawing/2014/main" id="{513C0B18-D1BE-0315-7470-ECE1E043B1BF}"/>
              </a:ext>
            </a:extLst>
          </p:cNvPr>
          <p:cNvSpPr txBox="1"/>
          <p:nvPr/>
        </p:nvSpPr>
        <p:spPr>
          <a:xfrm>
            <a:off x="3302605" y="2603428"/>
            <a:ext cx="2793396" cy="21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000"/>
              <a:t>Parcours et formation</a:t>
            </a:r>
          </a:p>
        </p:txBody>
      </p:sp>
      <p:sp>
        <p:nvSpPr>
          <p:cNvPr id="15" name="About…">
            <a:extLst>
              <a:ext uri="{FF2B5EF4-FFF2-40B4-BE49-F238E27FC236}">
                <a16:creationId xmlns:a16="http://schemas.microsoft.com/office/drawing/2014/main" id="{228B0A50-32B5-8B6B-7A82-511BCEABE5FF}"/>
              </a:ext>
            </a:extLst>
          </p:cNvPr>
          <p:cNvSpPr txBox="1"/>
          <p:nvPr/>
        </p:nvSpPr>
        <p:spPr>
          <a:xfrm>
            <a:off x="3302605" y="556698"/>
            <a:ext cx="1587441" cy="21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000"/>
              <a:t>À propos</a:t>
            </a:r>
          </a:p>
        </p:txBody>
      </p:sp>
      <p:sp>
        <p:nvSpPr>
          <p:cNvPr id="16" name="About…">
            <a:extLst>
              <a:ext uri="{FF2B5EF4-FFF2-40B4-BE49-F238E27FC236}">
                <a16:creationId xmlns:a16="http://schemas.microsoft.com/office/drawing/2014/main" id="{EEBEB417-284F-E0EF-425B-CE3C5816856C}"/>
              </a:ext>
            </a:extLst>
          </p:cNvPr>
          <p:cNvSpPr txBox="1"/>
          <p:nvPr/>
        </p:nvSpPr>
        <p:spPr>
          <a:xfrm>
            <a:off x="2781326" y="2887371"/>
            <a:ext cx="3881989" cy="998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marL="171450" lvl="2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Depuis 2025 : Deloitte Digital </a:t>
            </a:r>
          </a:p>
          <a:p>
            <a:pPr marL="171450" lvl="2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2023-2025 : CGI</a:t>
            </a:r>
          </a:p>
          <a:p>
            <a:pPr marL="171450" lvl="2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2022-Reconversion professionnelle : Conception et Développement d’Applications </a:t>
            </a:r>
          </a:p>
          <a:p>
            <a:pPr marL="171450" lvl="2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2019-Ingénieur en Microsystèmes et Capteurs Communicants</a:t>
            </a:r>
          </a:p>
        </p:txBody>
      </p:sp>
      <p:sp>
        <p:nvSpPr>
          <p:cNvPr id="17" name="About…">
            <a:extLst>
              <a:ext uri="{FF2B5EF4-FFF2-40B4-BE49-F238E27FC236}">
                <a16:creationId xmlns:a16="http://schemas.microsoft.com/office/drawing/2014/main" id="{4DC4B6DB-0E81-41E0-08B5-C357A5F18692}"/>
              </a:ext>
            </a:extLst>
          </p:cNvPr>
          <p:cNvSpPr txBox="1"/>
          <p:nvPr/>
        </p:nvSpPr>
        <p:spPr>
          <a:xfrm>
            <a:off x="7283752" y="847890"/>
            <a:ext cx="4099595" cy="1382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000" dirty="0">
                <a:solidFill>
                  <a:srgbClr val="000000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Implémentation d’intégrations </a:t>
            </a:r>
          </a:p>
          <a:p>
            <a:pPr marL="87313" lvl="1" indent="-87313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Clr>
                <a:srgbClr val="86BC25"/>
              </a:buClr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</a:rPr>
              <a:t>Recueil des besoins</a:t>
            </a:r>
          </a:p>
          <a:p>
            <a:pPr marL="87313" lvl="1" indent="-87313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Clr>
                <a:srgbClr val="86BC25"/>
              </a:buClr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</a:rPr>
              <a:t>Conception fonctionnelle générale et détaillée</a:t>
            </a:r>
          </a:p>
          <a:p>
            <a:pPr marL="87313" lvl="1" indent="-87313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Clr>
                <a:srgbClr val="86BC25"/>
              </a:buClr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</a:rPr>
              <a:t>Réalisation de la documentation technique</a:t>
            </a:r>
          </a:p>
          <a:p>
            <a:pPr marL="87313" lvl="1" indent="-87313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Clr>
                <a:srgbClr val="86BC25"/>
              </a:buClr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</a:rPr>
              <a:t>Développement des flux MuleSoft </a:t>
            </a:r>
          </a:p>
          <a:p>
            <a:pPr marL="87313" lvl="1" indent="-87313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Clr>
                <a:srgbClr val="86BC25"/>
              </a:buClr>
              <a:buSzPct val="50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000000"/>
                </a:solidFill>
              </a:rPr>
              <a:t>Analyse et correction d’anomalies</a:t>
            </a:r>
          </a:p>
          <a:p>
            <a:pPr marL="87313" lvl="1" indent="-87313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Clr>
                <a:srgbClr val="86BC25"/>
              </a:buClr>
              <a:buSzPct val="50000"/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000000"/>
              </a:solidFill>
            </a:endParaRPr>
          </a:p>
        </p:txBody>
      </p:sp>
      <p:sp>
        <p:nvSpPr>
          <p:cNvPr id="18" name="About…">
            <a:extLst>
              <a:ext uri="{FF2B5EF4-FFF2-40B4-BE49-F238E27FC236}">
                <a16:creationId xmlns:a16="http://schemas.microsoft.com/office/drawing/2014/main" id="{4AEB847E-CB1F-6451-123B-8174E3FF8D70}"/>
              </a:ext>
            </a:extLst>
          </p:cNvPr>
          <p:cNvSpPr txBox="1"/>
          <p:nvPr/>
        </p:nvSpPr>
        <p:spPr>
          <a:xfrm>
            <a:off x="7841435" y="556700"/>
            <a:ext cx="2375705" cy="211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000"/>
              <a:t>Domaines de compétences</a:t>
            </a:r>
          </a:p>
        </p:txBody>
      </p:sp>
      <p:sp>
        <p:nvSpPr>
          <p:cNvPr id="19" name="About…">
            <a:extLst>
              <a:ext uri="{FF2B5EF4-FFF2-40B4-BE49-F238E27FC236}">
                <a16:creationId xmlns:a16="http://schemas.microsoft.com/office/drawing/2014/main" id="{61B102EE-BD8F-7EAA-F1AF-C16F3A5DC20D}"/>
              </a:ext>
            </a:extLst>
          </p:cNvPr>
          <p:cNvSpPr txBox="1"/>
          <p:nvPr/>
        </p:nvSpPr>
        <p:spPr>
          <a:xfrm>
            <a:off x="7283752" y="2770400"/>
            <a:ext cx="4099595" cy="613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marL="0" lvl="2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fr-FR" sz="1000" dirty="0">
                <a:solidFill>
                  <a:srgbClr val="000000"/>
                </a:solidFill>
                <a:ea typeface="Open Sans Extrabold" panose="020B0906030804020204" pitchFamily="34" charset="0"/>
                <a:cs typeface="Open Sans Extrabold" panose="020B0906030804020204" pitchFamily="34" charset="0"/>
              </a:rPr>
              <a:t>Technologie </a:t>
            </a:r>
            <a:r>
              <a:rPr lang="en-GB" sz="1000" dirty="0">
                <a:solidFill>
                  <a:srgbClr val="000000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fr-FR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Edenred, Vallourec</a:t>
            </a:r>
          </a:p>
          <a:p>
            <a:pPr marL="0" lvl="2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fr-FR" sz="1000" dirty="0">
                <a:solidFill>
                  <a:srgbClr val="000000"/>
                </a:solidFill>
                <a:ea typeface="Open Sans Extrabold" panose="020B0906030804020204" pitchFamily="34" charset="0"/>
                <a:cs typeface="Open Sans Extrabold" panose="020B0906030804020204" pitchFamily="34" charset="0"/>
              </a:rPr>
              <a:t>Retail </a:t>
            </a:r>
            <a:r>
              <a:rPr lang="en-GB" sz="1000" dirty="0">
                <a:solidFill>
                  <a:srgbClr val="000000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fr-FR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Courir  </a:t>
            </a:r>
          </a:p>
          <a:p>
            <a:pPr marL="0" lvl="2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fr-FR" sz="1000" dirty="0">
                <a:solidFill>
                  <a:srgbClr val="000000"/>
                </a:solidFill>
                <a:ea typeface="Open Sans Extrabold" panose="020B0906030804020204" pitchFamily="34" charset="0"/>
                <a:cs typeface="Open Sans Extrabold" panose="020B0906030804020204" pitchFamily="34" charset="0"/>
              </a:rPr>
              <a:t>Construction</a:t>
            </a:r>
            <a:r>
              <a:rPr lang="en-GB" sz="1000" dirty="0">
                <a:solidFill>
                  <a:srgbClr val="000000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fr-FR" sz="1000" dirty="0">
                <a:solidFill>
                  <a:srgbClr val="000000"/>
                </a:solidFill>
                <a:ea typeface="Open Sans Extrabold" panose="020B0906030804020204" pitchFamily="34" charset="0"/>
                <a:cs typeface="Open Sans Extrabold" panose="020B0906030804020204" pitchFamily="34" charset="0"/>
              </a:rPr>
              <a:t>Fayat IT, Bouygues Construction</a:t>
            </a:r>
          </a:p>
        </p:txBody>
      </p:sp>
      <p:sp>
        <p:nvSpPr>
          <p:cNvPr id="20" name="About…">
            <a:extLst>
              <a:ext uri="{FF2B5EF4-FFF2-40B4-BE49-F238E27FC236}">
                <a16:creationId xmlns:a16="http://schemas.microsoft.com/office/drawing/2014/main" id="{50F86856-13B5-AEF5-5AAB-15FFF67E319B}"/>
              </a:ext>
            </a:extLst>
          </p:cNvPr>
          <p:cNvSpPr txBox="1"/>
          <p:nvPr/>
        </p:nvSpPr>
        <p:spPr>
          <a:xfrm>
            <a:off x="7841435" y="2488693"/>
            <a:ext cx="2056032" cy="21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000"/>
              <a:t>Principaux clients</a:t>
            </a:r>
          </a:p>
        </p:txBody>
      </p:sp>
      <p:cxnSp>
        <p:nvCxnSpPr>
          <p:cNvPr id="21" name="Straight Connector 52">
            <a:extLst>
              <a:ext uri="{FF2B5EF4-FFF2-40B4-BE49-F238E27FC236}">
                <a16:creationId xmlns:a16="http://schemas.microsoft.com/office/drawing/2014/main" id="{17E51F6A-5B3D-8451-52BF-2D09CF84DD5A}"/>
              </a:ext>
            </a:extLst>
          </p:cNvPr>
          <p:cNvCxnSpPr>
            <a:cxnSpLocks/>
          </p:cNvCxnSpPr>
          <p:nvPr/>
        </p:nvCxnSpPr>
        <p:spPr>
          <a:xfrm flipH="1">
            <a:off x="2781326" y="2716268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52">
            <a:extLst>
              <a:ext uri="{FF2B5EF4-FFF2-40B4-BE49-F238E27FC236}">
                <a16:creationId xmlns:a16="http://schemas.microsoft.com/office/drawing/2014/main" id="{877348C5-0328-8667-5B10-0093F4016A78}"/>
              </a:ext>
            </a:extLst>
          </p:cNvPr>
          <p:cNvCxnSpPr>
            <a:cxnSpLocks/>
          </p:cNvCxnSpPr>
          <p:nvPr/>
        </p:nvCxnSpPr>
        <p:spPr>
          <a:xfrm flipH="1">
            <a:off x="2801859" y="4890096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52">
            <a:extLst>
              <a:ext uri="{FF2B5EF4-FFF2-40B4-BE49-F238E27FC236}">
                <a16:creationId xmlns:a16="http://schemas.microsoft.com/office/drawing/2014/main" id="{A6CB9A0F-DB18-49AA-41F0-76CB68525C44}"/>
              </a:ext>
            </a:extLst>
          </p:cNvPr>
          <p:cNvCxnSpPr>
            <a:cxnSpLocks/>
          </p:cNvCxnSpPr>
          <p:nvPr/>
        </p:nvCxnSpPr>
        <p:spPr>
          <a:xfrm flipH="1">
            <a:off x="7301955" y="668521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52">
            <a:extLst>
              <a:ext uri="{FF2B5EF4-FFF2-40B4-BE49-F238E27FC236}">
                <a16:creationId xmlns:a16="http://schemas.microsoft.com/office/drawing/2014/main" id="{62A66989-638B-C725-0605-A83A2E9066C3}"/>
              </a:ext>
            </a:extLst>
          </p:cNvPr>
          <p:cNvCxnSpPr>
            <a:cxnSpLocks/>
          </p:cNvCxnSpPr>
          <p:nvPr/>
        </p:nvCxnSpPr>
        <p:spPr>
          <a:xfrm flipH="1">
            <a:off x="7301955" y="2590877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bout…">
            <a:extLst>
              <a:ext uri="{FF2B5EF4-FFF2-40B4-BE49-F238E27FC236}">
                <a16:creationId xmlns:a16="http://schemas.microsoft.com/office/drawing/2014/main" id="{4D4B700E-C153-BDF1-54D4-CE84815C1CEF}"/>
              </a:ext>
            </a:extLst>
          </p:cNvPr>
          <p:cNvSpPr txBox="1"/>
          <p:nvPr/>
        </p:nvSpPr>
        <p:spPr>
          <a:xfrm>
            <a:off x="3302605" y="3965484"/>
            <a:ext cx="2793396" cy="21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000" dirty="0"/>
              <a:t>Certifications</a:t>
            </a:r>
          </a:p>
        </p:txBody>
      </p:sp>
      <p:sp>
        <p:nvSpPr>
          <p:cNvPr id="28" name="About…">
            <a:extLst>
              <a:ext uri="{FF2B5EF4-FFF2-40B4-BE49-F238E27FC236}">
                <a16:creationId xmlns:a16="http://schemas.microsoft.com/office/drawing/2014/main" id="{6AFC5754-B64E-54ED-CF56-02E47FF3B2C8}"/>
              </a:ext>
            </a:extLst>
          </p:cNvPr>
          <p:cNvSpPr txBox="1"/>
          <p:nvPr/>
        </p:nvSpPr>
        <p:spPr>
          <a:xfrm>
            <a:off x="2781326" y="4351027"/>
            <a:ext cx="3881989" cy="231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marL="171450" lvl="2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MuleSoft Developer L1</a:t>
            </a:r>
          </a:p>
        </p:txBody>
      </p:sp>
      <p:cxnSp>
        <p:nvCxnSpPr>
          <p:cNvPr id="29" name="Straight Connector 52">
            <a:extLst>
              <a:ext uri="{FF2B5EF4-FFF2-40B4-BE49-F238E27FC236}">
                <a16:creationId xmlns:a16="http://schemas.microsoft.com/office/drawing/2014/main" id="{0750ACCE-B3B0-181F-7E42-41EA912F55D8}"/>
              </a:ext>
            </a:extLst>
          </p:cNvPr>
          <p:cNvCxnSpPr>
            <a:cxnSpLocks/>
          </p:cNvCxnSpPr>
          <p:nvPr/>
        </p:nvCxnSpPr>
        <p:spPr>
          <a:xfrm flipH="1">
            <a:off x="2781326" y="4078324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6024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">
            <a:extLst>
              <a:ext uri="{FF2B5EF4-FFF2-40B4-BE49-F238E27FC236}">
                <a16:creationId xmlns:a16="http://schemas.microsoft.com/office/drawing/2014/main" id="{44E7DE18-A070-714B-0950-8846CF9BF1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128" r="-1"/>
          <a:stretch/>
        </p:blipFill>
        <p:spPr>
          <a:xfrm>
            <a:off x="11840783" y="0"/>
            <a:ext cx="351217" cy="6858000"/>
          </a:xfrm>
          <a:prstGeom prst="rect">
            <a:avLst/>
          </a:prstGeom>
        </p:spPr>
      </p:pic>
      <p:cxnSp>
        <p:nvCxnSpPr>
          <p:cNvPr id="3" name="Straight Connector 52">
            <a:extLst>
              <a:ext uri="{FF2B5EF4-FFF2-40B4-BE49-F238E27FC236}">
                <a16:creationId xmlns:a16="http://schemas.microsoft.com/office/drawing/2014/main" id="{61DEC99F-D5D1-3A59-597B-37D6348DBF3B}"/>
              </a:ext>
            </a:extLst>
          </p:cNvPr>
          <p:cNvCxnSpPr>
            <a:cxnSpLocks/>
          </p:cNvCxnSpPr>
          <p:nvPr/>
        </p:nvCxnSpPr>
        <p:spPr>
          <a:xfrm flipV="1">
            <a:off x="592237" y="876246"/>
            <a:ext cx="0" cy="1201232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bout…">
            <a:extLst>
              <a:ext uri="{FF2B5EF4-FFF2-40B4-BE49-F238E27FC236}">
                <a16:creationId xmlns:a16="http://schemas.microsoft.com/office/drawing/2014/main" id="{94604868-5A76-A1D0-43E2-26FD797E3BBB}"/>
              </a:ext>
            </a:extLst>
          </p:cNvPr>
          <p:cNvSpPr txBox="1"/>
          <p:nvPr/>
        </p:nvSpPr>
        <p:spPr>
          <a:xfrm>
            <a:off x="500616" y="556700"/>
            <a:ext cx="3881989" cy="21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lvl="0"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000">
                <a:solidFill>
                  <a:prstClr val="black"/>
                </a:solidFill>
                <a:latin typeface="Open Sans Bold"/>
                <a:sym typeface="Open Sans Bold"/>
              </a:rPr>
              <a:t>Projets représentatifs</a:t>
            </a:r>
            <a:endParaRPr kumimoji="0" lang="fr-FR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 Bold"/>
              <a:sym typeface="Open Sans Bold"/>
            </a:endParaRPr>
          </a:p>
        </p:txBody>
      </p:sp>
      <p:cxnSp>
        <p:nvCxnSpPr>
          <p:cNvPr id="5" name="Straight Connector 52">
            <a:extLst>
              <a:ext uri="{FF2B5EF4-FFF2-40B4-BE49-F238E27FC236}">
                <a16:creationId xmlns:a16="http://schemas.microsoft.com/office/drawing/2014/main" id="{5F2D301F-A963-43CC-F651-1DC1875531DC}"/>
              </a:ext>
            </a:extLst>
          </p:cNvPr>
          <p:cNvCxnSpPr>
            <a:cxnSpLocks/>
          </p:cNvCxnSpPr>
          <p:nvPr/>
        </p:nvCxnSpPr>
        <p:spPr>
          <a:xfrm flipV="1">
            <a:off x="592237" y="876246"/>
            <a:ext cx="0" cy="53640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A7BE598-7A51-C8BA-2FB2-4758C6C02C3F}"/>
              </a:ext>
            </a:extLst>
          </p:cNvPr>
          <p:cNvSpPr/>
          <p:nvPr/>
        </p:nvSpPr>
        <p:spPr bwMode="gray">
          <a:xfrm>
            <a:off x="532786" y="876246"/>
            <a:ext cx="119961" cy="119961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algn="ctr"/>
            <a:endParaRPr lang="en-FR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6E4152C-2F2B-0FC2-FB81-A03040C00122}"/>
              </a:ext>
            </a:extLst>
          </p:cNvPr>
          <p:cNvSpPr/>
          <p:nvPr/>
        </p:nvSpPr>
        <p:spPr bwMode="gray">
          <a:xfrm>
            <a:off x="532786" y="4829517"/>
            <a:ext cx="119961" cy="119961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algn="ctr"/>
            <a:endParaRPr lang="en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16646E-5DD2-D4EC-BB6C-EB6332C0F031}"/>
              </a:ext>
            </a:extLst>
          </p:cNvPr>
          <p:cNvSpPr txBox="1"/>
          <p:nvPr/>
        </p:nvSpPr>
        <p:spPr>
          <a:xfrm>
            <a:off x="743108" y="876502"/>
            <a:ext cx="3211804" cy="158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300"/>
              </a:lnSpc>
            </a:pPr>
            <a:r>
              <a:rPr lang="fr-FR" sz="10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Consultante MuleSoft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78A5375-1A8E-AC49-6A58-FAFA3E843727}"/>
              </a:ext>
            </a:extLst>
          </p:cNvPr>
          <p:cNvGrpSpPr/>
          <p:nvPr/>
        </p:nvGrpSpPr>
        <p:grpSpPr>
          <a:xfrm>
            <a:off x="743108" y="1192220"/>
            <a:ext cx="4206695" cy="1471074"/>
            <a:chOff x="685047" y="2265460"/>
            <a:chExt cx="4206695" cy="98856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30F2368-40CD-233D-DE88-84C0337D9729}"/>
                </a:ext>
              </a:extLst>
            </p:cNvPr>
            <p:cNvSpPr txBox="1"/>
            <p:nvPr/>
          </p:nvSpPr>
          <p:spPr>
            <a:xfrm>
              <a:off x="685047" y="2265460"/>
              <a:ext cx="3211804" cy="15344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fr-FR" sz="800" b="1" dirty="0">
                  <a:ea typeface="Open Sans SemiBold" panose="020B0606030504020204" pitchFamily="34" charset="0"/>
                  <a:cs typeface="Open Sans SemiBold" panose="020B0606030504020204" pitchFamily="34" charset="0"/>
                </a:rPr>
                <a:t>Bouygues Construction </a:t>
              </a:r>
            </a:p>
          </p:txBody>
        </p:sp>
        <p:sp>
          <p:nvSpPr>
            <p:cNvPr id="37" name="Rounded Rectangle 113">
              <a:extLst>
                <a:ext uri="{FF2B5EF4-FFF2-40B4-BE49-F238E27FC236}">
                  <a16:creationId xmlns:a16="http://schemas.microsoft.com/office/drawing/2014/main" id="{CC6420F6-7FF6-A4E1-064A-0E5280979A3F}"/>
                </a:ext>
              </a:extLst>
            </p:cNvPr>
            <p:cNvSpPr/>
            <p:nvPr/>
          </p:nvSpPr>
          <p:spPr>
            <a:xfrm>
              <a:off x="685047" y="3060874"/>
              <a:ext cx="1088968" cy="19314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en-GB" sz="700" dirty="0">
                  <a:solidFill>
                    <a:schemeClr val="tx1"/>
                  </a:solidFill>
                </a:rPr>
                <a:t>MuleSoft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38" name="Rounded Rectangle 114">
              <a:extLst>
                <a:ext uri="{FF2B5EF4-FFF2-40B4-BE49-F238E27FC236}">
                  <a16:creationId xmlns:a16="http://schemas.microsoft.com/office/drawing/2014/main" id="{535E737E-8791-DA93-DEF4-A1676F9FF6DF}"/>
                </a:ext>
              </a:extLst>
            </p:cNvPr>
            <p:cNvSpPr/>
            <p:nvPr/>
          </p:nvSpPr>
          <p:spPr>
            <a:xfrm>
              <a:off x="1816337" y="3060874"/>
              <a:ext cx="490372" cy="1886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en-GB" sz="700" dirty="0">
                  <a:solidFill>
                    <a:schemeClr val="tx1"/>
                  </a:solidFill>
                </a:rPr>
                <a:t>SAP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C310BF4-91FC-2821-7947-F77108717C38}"/>
                </a:ext>
              </a:extLst>
            </p:cNvPr>
            <p:cNvSpPr txBox="1"/>
            <p:nvPr/>
          </p:nvSpPr>
          <p:spPr>
            <a:xfrm>
              <a:off x="722913" y="2488530"/>
              <a:ext cx="3890284" cy="496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Projet de mise à jour des projets de construction depuis SAP vers MDM (Informatica).</a:t>
              </a:r>
            </a:p>
            <a:p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Responsabilités sur le projet 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Conception technico-fonctionnelle des flux Mulesoft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Développement des flux Mulesoft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 des tests d’intégration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Support technico-fonctionnel pour l’équipe de développement</a:t>
              </a:r>
            </a:p>
          </p:txBody>
        </p:sp>
        <p:sp>
          <p:nvSpPr>
            <p:cNvPr id="40" name="Rounded Rectangle 116">
              <a:extLst>
                <a:ext uri="{FF2B5EF4-FFF2-40B4-BE49-F238E27FC236}">
                  <a16:creationId xmlns:a16="http://schemas.microsoft.com/office/drawing/2014/main" id="{671445F7-BABA-AA16-2190-E789386CD095}"/>
                </a:ext>
              </a:extLst>
            </p:cNvPr>
            <p:cNvSpPr/>
            <p:nvPr/>
          </p:nvSpPr>
          <p:spPr>
            <a:xfrm>
              <a:off x="2393902" y="3060874"/>
              <a:ext cx="490372" cy="19314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fr-FR" sz="700" dirty="0">
                  <a:solidFill>
                    <a:schemeClr val="tx1"/>
                  </a:solidFill>
                </a:rPr>
                <a:t>Git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DD5A5A7-2955-9DEB-4EFE-DECE0B894610}"/>
                </a:ext>
              </a:extLst>
            </p:cNvPr>
            <p:cNvSpPr txBox="1"/>
            <p:nvPr/>
          </p:nvSpPr>
          <p:spPr>
            <a:xfrm>
              <a:off x="4171742" y="2315788"/>
              <a:ext cx="720000" cy="103112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r">
                <a:lnSpc>
                  <a:spcPts val="1300"/>
                </a:lnSpc>
              </a:pPr>
              <a:r>
                <a:rPr lang="fr-FR" sz="800" dirty="0">
                  <a:ea typeface="Open Sans SemiBold" panose="020B0606030504020204" pitchFamily="34" charset="0"/>
                  <a:cs typeface="Open Sans SemiBold" panose="020B0606030504020204" pitchFamily="34" charset="0"/>
                </a:rPr>
                <a:t>3 mois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7D0EA4C-5309-5D0D-6F2C-40BE4FE8AB86}"/>
              </a:ext>
            </a:extLst>
          </p:cNvPr>
          <p:cNvSpPr/>
          <p:nvPr/>
        </p:nvSpPr>
        <p:spPr bwMode="gray">
          <a:xfrm>
            <a:off x="532786" y="1223991"/>
            <a:ext cx="119961" cy="119961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algn="ctr"/>
            <a:endParaRPr lang="en-FR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8310FAD-9B73-A9C0-6C5D-512CE7220773}"/>
              </a:ext>
            </a:extLst>
          </p:cNvPr>
          <p:cNvGrpSpPr/>
          <p:nvPr/>
        </p:nvGrpSpPr>
        <p:grpSpPr>
          <a:xfrm>
            <a:off x="743106" y="4804672"/>
            <a:ext cx="4206697" cy="1762699"/>
            <a:chOff x="685045" y="2265460"/>
            <a:chExt cx="4206697" cy="103550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D6D6EAD-CC3C-1E42-E8C7-14B8C43CEDE3}"/>
                </a:ext>
              </a:extLst>
            </p:cNvPr>
            <p:cNvSpPr txBox="1"/>
            <p:nvPr/>
          </p:nvSpPr>
          <p:spPr>
            <a:xfrm>
              <a:off x="685047" y="2265460"/>
              <a:ext cx="3211804" cy="15344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fr-FR" sz="800" b="1" dirty="0">
                  <a:ea typeface="Open Sans SemiBold" panose="020B0606030504020204" pitchFamily="34" charset="0"/>
                  <a:cs typeface="Open Sans SemiBold" panose="020B0606030504020204" pitchFamily="34" charset="0"/>
                </a:rPr>
                <a:t>Fayat IT</a:t>
              </a:r>
            </a:p>
          </p:txBody>
        </p:sp>
        <p:sp>
          <p:nvSpPr>
            <p:cNvPr id="59" name="Rounded Rectangle 135">
              <a:extLst>
                <a:ext uri="{FF2B5EF4-FFF2-40B4-BE49-F238E27FC236}">
                  <a16:creationId xmlns:a16="http://schemas.microsoft.com/office/drawing/2014/main" id="{9C1C7368-765E-B937-BE88-0B79168D7F6E}"/>
                </a:ext>
              </a:extLst>
            </p:cNvPr>
            <p:cNvSpPr/>
            <p:nvPr/>
          </p:nvSpPr>
          <p:spPr>
            <a:xfrm>
              <a:off x="685047" y="3107818"/>
              <a:ext cx="969089" cy="19314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en-GB" sz="700" dirty="0">
                  <a:solidFill>
                    <a:schemeClr val="tx1"/>
                  </a:solidFill>
                </a:rPr>
                <a:t>MuleSoft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C37BFFD-68B3-35EC-024C-122D69DE809E}"/>
                </a:ext>
              </a:extLst>
            </p:cNvPr>
            <p:cNvSpPr txBox="1"/>
            <p:nvPr/>
          </p:nvSpPr>
          <p:spPr>
            <a:xfrm>
              <a:off x="685045" y="2428358"/>
              <a:ext cx="3419697" cy="6508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Projet de migration d’un socle existant Tibco  vers un socle MuleSoft et Talend.</a:t>
              </a:r>
            </a:p>
            <a:p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Responsabilités sur le projet 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Conception technico-fonctionnelle des flux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Développement des flux Mulesoft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Rédaction de la documentation technique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Rétro-ingénierie des flux existants sur Tibco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Rédaction de fichiers de mapping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Rédaction de spécifications techniques</a:t>
              </a:r>
            </a:p>
          </p:txBody>
        </p:sp>
        <p:sp>
          <p:nvSpPr>
            <p:cNvPr id="62" name="Rounded Rectangle 138">
              <a:extLst>
                <a:ext uri="{FF2B5EF4-FFF2-40B4-BE49-F238E27FC236}">
                  <a16:creationId xmlns:a16="http://schemas.microsoft.com/office/drawing/2014/main" id="{3FB22955-4F83-6E8D-71D1-0BD79FCEC057}"/>
                </a:ext>
              </a:extLst>
            </p:cNvPr>
            <p:cNvSpPr/>
            <p:nvPr/>
          </p:nvSpPr>
          <p:spPr>
            <a:xfrm>
              <a:off x="1697512" y="3107818"/>
              <a:ext cx="698263" cy="19314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#Migration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EDE11E-3743-11D3-0BA1-5C8599198CB4}"/>
                </a:ext>
              </a:extLst>
            </p:cNvPr>
            <p:cNvSpPr txBox="1"/>
            <p:nvPr/>
          </p:nvSpPr>
          <p:spPr>
            <a:xfrm>
              <a:off x="4171742" y="2265460"/>
              <a:ext cx="720000" cy="15344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r">
                <a:lnSpc>
                  <a:spcPts val="1300"/>
                </a:lnSpc>
              </a:pPr>
              <a:r>
                <a:rPr lang="fr-FR" sz="800" dirty="0">
                  <a:ea typeface="Open Sans SemiBold" panose="020B0606030504020204" pitchFamily="34" charset="0"/>
                  <a:cs typeface="Open Sans SemiBold" panose="020B0606030504020204" pitchFamily="34" charset="0"/>
                </a:rPr>
                <a:t>1 3 mois </a:t>
              </a:r>
            </a:p>
          </p:txBody>
        </p:sp>
        <p:sp>
          <p:nvSpPr>
            <p:cNvPr id="212" name="Rounded Rectangle 138">
              <a:extLst>
                <a:ext uri="{FF2B5EF4-FFF2-40B4-BE49-F238E27FC236}">
                  <a16:creationId xmlns:a16="http://schemas.microsoft.com/office/drawing/2014/main" id="{BF1E4F01-737D-875F-97EE-0818C449AAB9}"/>
                </a:ext>
              </a:extLst>
            </p:cNvPr>
            <p:cNvSpPr/>
            <p:nvPr/>
          </p:nvSpPr>
          <p:spPr>
            <a:xfrm>
              <a:off x="2435534" y="3107818"/>
              <a:ext cx="698263" cy="19314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fr-FR" sz="700" dirty="0">
                  <a:solidFill>
                    <a:schemeClr val="tx1"/>
                  </a:solidFill>
                </a:rPr>
                <a:t>Tibco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213" name="Rounded Rectangle 138">
              <a:extLst>
                <a:ext uri="{FF2B5EF4-FFF2-40B4-BE49-F238E27FC236}">
                  <a16:creationId xmlns:a16="http://schemas.microsoft.com/office/drawing/2014/main" id="{BD7A9EBA-AF77-6494-EDAE-036D4F795A21}"/>
                </a:ext>
              </a:extLst>
            </p:cNvPr>
            <p:cNvSpPr/>
            <p:nvPr/>
          </p:nvSpPr>
          <p:spPr>
            <a:xfrm>
              <a:off x="3186443" y="3107818"/>
              <a:ext cx="698263" cy="19314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fr-FR" sz="700" dirty="0">
                  <a:solidFill>
                    <a:schemeClr val="tx1"/>
                  </a:solidFill>
                </a:rPr>
                <a:t>Talend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AB1C0C2-C009-219C-51A7-B690CCB546F6}"/>
              </a:ext>
            </a:extLst>
          </p:cNvPr>
          <p:cNvGrpSpPr/>
          <p:nvPr/>
        </p:nvGrpSpPr>
        <p:grpSpPr>
          <a:xfrm>
            <a:off x="5922888" y="876245"/>
            <a:ext cx="4417547" cy="1201233"/>
            <a:chOff x="5922888" y="876245"/>
            <a:chExt cx="4417547" cy="1201233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4787C77-17C1-14C5-3EE1-313E227680E3}"/>
                </a:ext>
              </a:extLst>
            </p:cNvPr>
            <p:cNvSpPr txBox="1"/>
            <p:nvPr/>
          </p:nvSpPr>
          <p:spPr>
            <a:xfrm>
              <a:off x="6125719" y="876502"/>
              <a:ext cx="3211804" cy="1581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fr-FR" sz="1000" b="1" dirty="0"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Courir</a:t>
              </a:r>
            </a:p>
          </p:txBody>
        </p:sp>
        <p:sp>
          <p:nvSpPr>
            <p:cNvPr id="66" name="Rounded Rectangle 142">
              <a:extLst>
                <a:ext uri="{FF2B5EF4-FFF2-40B4-BE49-F238E27FC236}">
                  <a16:creationId xmlns:a16="http://schemas.microsoft.com/office/drawing/2014/main" id="{2767C6C3-7CA8-98B4-669E-7F4292D524D8}"/>
                </a:ext>
              </a:extLst>
            </p:cNvPr>
            <p:cNvSpPr/>
            <p:nvPr/>
          </p:nvSpPr>
          <p:spPr>
            <a:xfrm>
              <a:off x="6133740" y="1883649"/>
              <a:ext cx="756344" cy="19314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en-GB" sz="700" dirty="0">
                  <a:solidFill>
                    <a:schemeClr val="tx1"/>
                  </a:solidFill>
                </a:rPr>
                <a:t>MuleSoft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4E84D25-073E-5BBE-B37F-B462CE8C8DE5}"/>
                </a:ext>
              </a:extLst>
            </p:cNvPr>
            <p:cNvSpPr txBox="1"/>
            <p:nvPr/>
          </p:nvSpPr>
          <p:spPr>
            <a:xfrm>
              <a:off x="6133738" y="1284350"/>
              <a:ext cx="3905956" cy="4924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Projet de mise à jour des stocks depuis SAP et Salesforce Commerce Cloud vers OCI (Omnichannel inventory).</a:t>
              </a:r>
            </a:p>
            <a:p>
              <a:endParaRPr lang="fr-FR" sz="800" dirty="0"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Développement des flux Mulesoft</a:t>
              </a:r>
            </a:p>
          </p:txBody>
        </p:sp>
        <p:cxnSp>
          <p:nvCxnSpPr>
            <p:cNvPr id="69" name="Straight Connector 52">
              <a:extLst>
                <a:ext uri="{FF2B5EF4-FFF2-40B4-BE49-F238E27FC236}">
                  <a16:creationId xmlns:a16="http://schemas.microsoft.com/office/drawing/2014/main" id="{AE57C9E7-0580-2DD5-A01C-B90960EEE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2869" y="876246"/>
              <a:ext cx="0" cy="1201232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0647FDA-C02C-A7FF-C270-53F9F1102AE6}"/>
                </a:ext>
              </a:extLst>
            </p:cNvPr>
            <p:cNvSpPr txBox="1"/>
            <p:nvPr/>
          </p:nvSpPr>
          <p:spPr>
            <a:xfrm>
              <a:off x="8708785" y="876502"/>
              <a:ext cx="1631650" cy="1534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ts val="1300"/>
                </a:lnSpc>
              </a:pPr>
              <a:r>
                <a:rPr lang="fr-FR" sz="800" dirty="0">
                  <a:ea typeface="Open Sans SemiBold" panose="020B0606030504020204" pitchFamily="34" charset="0"/>
                  <a:cs typeface="Open Sans SemiBold" panose="020B0606030504020204" pitchFamily="34" charset="0"/>
                </a:rPr>
                <a:t>3 mois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54A32C6-0B06-D756-89CC-FC7D3BAE65AD}"/>
                </a:ext>
              </a:extLst>
            </p:cNvPr>
            <p:cNvSpPr/>
            <p:nvPr/>
          </p:nvSpPr>
          <p:spPr bwMode="gray">
            <a:xfrm>
              <a:off x="5922888" y="876245"/>
              <a:ext cx="119961" cy="119961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E4402B2-8746-AE05-6DBD-BD5AE13AF6F7}"/>
              </a:ext>
            </a:extLst>
          </p:cNvPr>
          <p:cNvGrpSpPr/>
          <p:nvPr/>
        </p:nvGrpSpPr>
        <p:grpSpPr>
          <a:xfrm>
            <a:off x="743108" y="2810861"/>
            <a:ext cx="4206695" cy="1815408"/>
            <a:chOff x="685047" y="2315788"/>
            <a:chExt cx="4206695" cy="938234"/>
          </a:xfrm>
        </p:grpSpPr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235AD37-CDA6-B06D-23B1-E3F7E289DF0F}"/>
                </a:ext>
              </a:extLst>
            </p:cNvPr>
            <p:cNvSpPr txBox="1"/>
            <p:nvPr/>
          </p:nvSpPr>
          <p:spPr>
            <a:xfrm>
              <a:off x="685047" y="2315788"/>
              <a:ext cx="3211804" cy="103112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fr-FR" sz="800" b="1" dirty="0">
                  <a:ea typeface="Open Sans SemiBold" panose="020B0606030504020204" pitchFamily="34" charset="0"/>
                  <a:cs typeface="Open Sans SemiBold" panose="020B0606030504020204" pitchFamily="34" charset="0"/>
                </a:rPr>
                <a:t>Edenred</a:t>
              </a:r>
            </a:p>
          </p:txBody>
        </p:sp>
        <p:sp>
          <p:nvSpPr>
            <p:cNvPr id="204" name="Rounded Rectangle 113">
              <a:extLst>
                <a:ext uri="{FF2B5EF4-FFF2-40B4-BE49-F238E27FC236}">
                  <a16:creationId xmlns:a16="http://schemas.microsoft.com/office/drawing/2014/main" id="{2917EEC9-09FA-FA0F-C851-216ADE3F5945}"/>
                </a:ext>
              </a:extLst>
            </p:cNvPr>
            <p:cNvSpPr/>
            <p:nvPr/>
          </p:nvSpPr>
          <p:spPr>
            <a:xfrm>
              <a:off x="685047" y="3060874"/>
              <a:ext cx="1088968" cy="19314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en-GB" sz="700" dirty="0">
                  <a:solidFill>
                    <a:schemeClr val="tx1"/>
                  </a:solidFill>
                </a:rPr>
                <a:t>MuleSoft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205" name="Rounded Rectangle 114">
              <a:extLst>
                <a:ext uri="{FF2B5EF4-FFF2-40B4-BE49-F238E27FC236}">
                  <a16:creationId xmlns:a16="http://schemas.microsoft.com/office/drawing/2014/main" id="{56351C3C-3452-1DA9-3C85-4F8ED3B8A730}"/>
                </a:ext>
              </a:extLst>
            </p:cNvPr>
            <p:cNvSpPr/>
            <p:nvPr/>
          </p:nvSpPr>
          <p:spPr>
            <a:xfrm>
              <a:off x="1869674" y="3060874"/>
              <a:ext cx="612265" cy="1931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fr-FR" sz="700" dirty="0">
                  <a:solidFill>
                    <a:schemeClr val="tx1"/>
                  </a:solidFill>
                </a:rPr>
                <a:t>Mule 4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C8EE5249-8EFB-2907-53A3-842CFA213ECB}"/>
                </a:ext>
              </a:extLst>
            </p:cNvPr>
            <p:cNvSpPr txBox="1"/>
            <p:nvPr/>
          </p:nvSpPr>
          <p:spPr>
            <a:xfrm>
              <a:off x="722913" y="2488530"/>
              <a:ext cx="3890284" cy="5090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Projet de montée de version des flux Mulesoft</a:t>
              </a:r>
            </a:p>
            <a:p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Responsabilités sur le projet 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Conception technico-fonctionnelle des flux Mulesoft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Développement des flux Mulesoft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Analyse et correction d’anomalies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 de la documentation technique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 des tests d’intégration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800" dirty="0">
                  <a:ea typeface="Open Sans Light" panose="020B0306030504020204" pitchFamily="34" charset="0"/>
                  <a:cs typeface="Open Sans Light" panose="020B0306030504020204" pitchFamily="34" charset="0"/>
                </a:rPr>
                <a:t>Coordination entre les différentes équipes de développement</a:t>
              </a:r>
            </a:p>
          </p:txBody>
        </p:sp>
        <p:sp>
          <p:nvSpPr>
            <p:cNvPr id="207" name="Rounded Rectangle 116">
              <a:extLst>
                <a:ext uri="{FF2B5EF4-FFF2-40B4-BE49-F238E27FC236}">
                  <a16:creationId xmlns:a16="http://schemas.microsoft.com/office/drawing/2014/main" id="{A01FFA33-09C5-D381-63D0-1CF20D643749}"/>
                </a:ext>
              </a:extLst>
            </p:cNvPr>
            <p:cNvSpPr/>
            <p:nvPr/>
          </p:nvSpPr>
          <p:spPr>
            <a:xfrm>
              <a:off x="3240568" y="3060874"/>
              <a:ext cx="490372" cy="19314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fr-FR" sz="700" dirty="0">
                  <a:solidFill>
                    <a:schemeClr val="tx1"/>
                  </a:solidFill>
                </a:rPr>
                <a:t>Git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09D1A5E-5E0D-6BE9-8881-61789CB64F1A}"/>
                </a:ext>
              </a:extLst>
            </p:cNvPr>
            <p:cNvSpPr txBox="1"/>
            <p:nvPr/>
          </p:nvSpPr>
          <p:spPr>
            <a:xfrm>
              <a:off x="4171742" y="2315788"/>
              <a:ext cx="720000" cy="103112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r">
                <a:lnSpc>
                  <a:spcPts val="1300"/>
                </a:lnSpc>
              </a:pPr>
              <a:r>
                <a:rPr lang="fr-FR" sz="800" dirty="0">
                  <a:ea typeface="Open Sans SemiBold" panose="020B0606030504020204" pitchFamily="34" charset="0"/>
                  <a:cs typeface="Open Sans SemiBold" panose="020B0606030504020204" pitchFamily="34" charset="0"/>
                </a:rPr>
                <a:t>7 mois</a:t>
              </a:r>
            </a:p>
          </p:txBody>
        </p:sp>
        <p:sp>
          <p:nvSpPr>
            <p:cNvPr id="210" name="Rounded Rectangle 114">
              <a:extLst>
                <a:ext uri="{FF2B5EF4-FFF2-40B4-BE49-F238E27FC236}">
                  <a16:creationId xmlns:a16="http://schemas.microsoft.com/office/drawing/2014/main" id="{F51DD5FC-A4BD-8006-032E-B4D5B18A17E8}"/>
                </a:ext>
              </a:extLst>
            </p:cNvPr>
            <p:cNvSpPr/>
            <p:nvPr/>
          </p:nvSpPr>
          <p:spPr>
            <a:xfrm>
              <a:off x="2557279" y="3060874"/>
              <a:ext cx="612265" cy="1931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fr-FR" sz="700" dirty="0">
                  <a:solidFill>
                    <a:schemeClr val="tx1"/>
                  </a:solidFill>
                </a:rPr>
                <a:t>Mule3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  <p:sp>
          <p:nvSpPr>
            <p:cNvPr id="211" name="Rounded Rectangle 116">
              <a:extLst>
                <a:ext uri="{FF2B5EF4-FFF2-40B4-BE49-F238E27FC236}">
                  <a16:creationId xmlns:a16="http://schemas.microsoft.com/office/drawing/2014/main" id="{324D036D-978E-D09D-F2B3-69D6DCA997E5}"/>
                </a:ext>
              </a:extLst>
            </p:cNvPr>
            <p:cNvSpPr/>
            <p:nvPr/>
          </p:nvSpPr>
          <p:spPr>
            <a:xfrm>
              <a:off x="3873759" y="3060874"/>
              <a:ext cx="719999" cy="19314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700" dirty="0">
                  <a:solidFill>
                    <a:schemeClr val="tx1"/>
                  </a:solidFill>
                </a:rPr>
                <a:t>#</a:t>
              </a:r>
              <a:r>
                <a:rPr lang="fr-FR" sz="700" dirty="0">
                  <a:solidFill>
                    <a:schemeClr val="tx1"/>
                  </a:solidFill>
                </a:rPr>
                <a:t>Migration</a:t>
              </a:r>
              <a:endParaRPr lang="en-FR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209" name="Oval 208">
            <a:extLst>
              <a:ext uri="{FF2B5EF4-FFF2-40B4-BE49-F238E27FC236}">
                <a16:creationId xmlns:a16="http://schemas.microsoft.com/office/drawing/2014/main" id="{9DD02D7D-22B0-B8F9-A408-F3371C6DD29C}"/>
              </a:ext>
            </a:extLst>
          </p:cNvPr>
          <p:cNvSpPr/>
          <p:nvPr/>
        </p:nvSpPr>
        <p:spPr bwMode="gray">
          <a:xfrm>
            <a:off x="532786" y="2767740"/>
            <a:ext cx="119961" cy="119961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806878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3">
  <a:themeElements>
    <a:clrScheme name="Custom 1">
      <a:dk1>
        <a:sysClr val="windowText" lastClr="000000"/>
      </a:dk1>
      <a:lt1>
        <a:sysClr val="window" lastClr="FFFFFF"/>
      </a:lt1>
      <a:dk2>
        <a:srgbClr val="D0D0CE"/>
      </a:dk2>
      <a:lt2>
        <a:srgbClr val="53565A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Theme3" id="{065A5690-F3D1-4919-AB15-750665DCBC74}" vid="{6212D093-4469-47A7-9D80-76246C557101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125</TotalTime>
  <Words>344</Words>
  <Application>Microsoft Office PowerPoint</Application>
  <PresentationFormat>Widescreen</PresentationFormat>
  <Paragraphs>76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Open Sans</vt:lpstr>
      <vt:lpstr>Open Sans Bold</vt:lpstr>
      <vt:lpstr>Open Sans Extrabold</vt:lpstr>
      <vt:lpstr>Open Sans Light</vt:lpstr>
      <vt:lpstr>Open Sans SemiBold</vt:lpstr>
      <vt:lpstr>Verdana</vt:lpstr>
      <vt:lpstr>Theme3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Hamdi, Maryem</dc:creator>
  <cp:lastModifiedBy>Hamdi, Maryem</cp:lastModifiedBy>
  <cp:revision>1</cp:revision>
  <dcterms:created xsi:type="dcterms:W3CDTF">2025-05-26T13:06:12Z</dcterms:created>
  <dcterms:modified xsi:type="dcterms:W3CDTF">2025-05-26T15:12:11Z</dcterms:modified>
</cp:coreProperties>
</file>