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239" r:id="rId5"/>
    <p:sldId id="3240" r:id="rId6"/>
    <p:sldId id="3242" r:id="rId7"/>
    <p:sldId id="3241"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7D5058-7113-42A7-B392-48BC5A87B0E7}" v="1" dt="2024-08-20T14:13:08.6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9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tista, Felipe" userId="5cc5e67e-5789-4e76-81e7-8fcfc68f0263" providerId="ADAL" clId="{8B92AC42-9C62-4BFE-A2A2-50726B9C097F}"/>
    <pc:docChg chg="modSld">
      <pc:chgData name="Batista, Felipe" userId="5cc5e67e-5789-4e76-81e7-8fcfc68f0263" providerId="ADAL" clId="{8B92AC42-9C62-4BFE-A2A2-50726B9C097F}" dt="2023-11-17T12:51:04.338" v="2" actId="1076"/>
      <pc:docMkLst>
        <pc:docMk/>
      </pc:docMkLst>
      <pc:sldChg chg="addSp modSp mod">
        <pc:chgData name="Batista, Felipe" userId="5cc5e67e-5789-4e76-81e7-8fcfc68f0263" providerId="ADAL" clId="{8B92AC42-9C62-4BFE-A2A2-50726B9C097F}" dt="2023-11-17T12:51:04.338" v="2" actId="1076"/>
        <pc:sldMkLst>
          <pc:docMk/>
          <pc:sldMk cId="46956306" sldId="3241"/>
        </pc:sldMkLst>
        <pc:spChg chg="add mod">
          <ac:chgData name="Batista, Felipe" userId="5cc5e67e-5789-4e76-81e7-8fcfc68f0263" providerId="ADAL" clId="{8B92AC42-9C62-4BFE-A2A2-50726B9C097F}" dt="2023-11-17T12:50:44.609" v="0"/>
          <ac:spMkLst>
            <pc:docMk/>
            <pc:sldMk cId="46956306" sldId="3241"/>
            <ac:spMk id="2" creationId="{B067E859-6CB4-2497-918F-27FC41F17FDC}"/>
          </ac:spMkLst>
        </pc:spChg>
        <pc:grpChg chg="mod">
          <ac:chgData name="Batista, Felipe" userId="5cc5e67e-5789-4e76-81e7-8fcfc68f0263" providerId="ADAL" clId="{8B92AC42-9C62-4BFE-A2A2-50726B9C097F}" dt="2023-11-17T12:50:55.224" v="1" actId="1076"/>
          <ac:grpSpMkLst>
            <pc:docMk/>
            <pc:sldMk cId="46956306" sldId="3241"/>
            <ac:grpSpMk id="40" creationId="{6740194C-A683-501F-3240-0F556226BEF8}"/>
          </ac:grpSpMkLst>
        </pc:grpChg>
        <pc:grpChg chg="mod">
          <ac:chgData name="Batista, Felipe" userId="5cc5e67e-5789-4e76-81e7-8fcfc68f0263" providerId="ADAL" clId="{8B92AC42-9C62-4BFE-A2A2-50726B9C097F}" dt="2023-11-17T12:51:04.338" v="2" actId="1076"/>
          <ac:grpSpMkLst>
            <pc:docMk/>
            <pc:sldMk cId="46956306" sldId="3241"/>
            <ac:grpSpMk id="49" creationId="{B4726DE3-BEBF-A4C4-85E0-1384030E99D9}"/>
          </ac:grpSpMkLst>
        </pc:grpChg>
        <pc:grpChg chg="mod">
          <ac:chgData name="Batista, Felipe" userId="5cc5e67e-5789-4e76-81e7-8fcfc68f0263" providerId="ADAL" clId="{8B92AC42-9C62-4BFE-A2A2-50726B9C097F}" dt="2023-11-17T12:51:04.338" v="2" actId="1076"/>
          <ac:grpSpMkLst>
            <pc:docMk/>
            <pc:sldMk cId="46956306" sldId="3241"/>
            <ac:grpSpMk id="58" creationId="{B1D8E615-DC4D-B52F-A719-07FC9119D385}"/>
          </ac:grpSpMkLst>
        </pc:grpChg>
        <pc:grpChg chg="mod">
          <ac:chgData name="Batista, Felipe" userId="5cc5e67e-5789-4e76-81e7-8fcfc68f0263" providerId="ADAL" clId="{8B92AC42-9C62-4BFE-A2A2-50726B9C097F}" dt="2023-11-17T12:50:55.224" v="1" actId="1076"/>
          <ac:grpSpMkLst>
            <pc:docMk/>
            <pc:sldMk cId="46956306" sldId="3241"/>
            <ac:grpSpMk id="1028" creationId="{A4975F4A-7BB5-F8D9-52AA-E22894A0FFC5}"/>
          </ac:grpSpMkLst>
        </pc:grpChg>
      </pc:sldChg>
    </pc:docChg>
  </pc:docChgLst>
  <pc:docChgLst>
    <pc:chgData name="Honnore, Loic" userId="58153c04-8a3a-49f3-9566-5fc8cb2a18b2" providerId="ADAL" clId="{3E39C2D3-9B0D-4510-A578-EF8BC84DBB97}"/>
    <pc:docChg chg="undo redo custSel addSld delSld modSld sldOrd">
      <pc:chgData name="Honnore, Loic" userId="58153c04-8a3a-49f3-9566-5fc8cb2a18b2" providerId="ADAL" clId="{3E39C2D3-9B0D-4510-A578-EF8BC84DBB97}" dt="2023-11-14T13:08:05.901" v="1280" actId="1076"/>
      <pc:docMkLst>
        <pc:docMk/>
      </pc:docMkLst>
      <pc:sldChg chg="new del">
        <pc:chgData name="Honnore, Loic" userId="58153c04-8a3a-49f3-9566-5fc8cb2a18b2" providerId="ADAL" clId="{3E39C2D3-9B0D-4510-A578-EF8BC84DBB97}" dt="2022-10-07T09:10:22.306" v="2" actId="2696"/>
        <pc:sldMkLst>
          <pc:docMk/>
          <pc:sldMk cId="438867037" sldId="256"/>
        </pc:sldMkLst>
      </pc:sldChg>
      <pc:sldChg chg="addSp delSp modSp add mod">
        <pc:chgData name="Honnore, Loic" userId="58153c04-8a3a-49f3-9566-5fc8cb2a18b2" providerId="ADAL" clId="{3E39C2D3-9B0D-4510-A578-EF8BC84DBB97}" dt="2023-11-14T13:02:32.906" v="1133" actId="20577"/>
        <pc:sldMkLst>
          <pc:docMk/>
          <pc:sldMk cId="193783907" sldId="3239"/>
        </pc:sldMkLst>
        <pc:spChg chg="add mod">
          <ac:chgData name="Honnore, Loic" userId="58153c04-8a3a-49f3-9566-5fc8cb2a18b2" providerId="ADAL" clId="{3E39C2D3-9B0D-4510-A578-EF8BC84DBB97}" dt="2023-11-14T11:24:36.237" v="225" actId="20577"/>
          <ac:spMkLst>
            <pc:docMk/>
            <pc:sldMk cId="193783907" sldId="3239"/>
            <ac:spMk id="2" creationId="{824C72F6-2234-2902-07B3-80FFD7CE062F}"/>
          </ac:spMkLst>
        </pc:spChg>
        <pc:spChg chg="add del mod">
          <ac:chgData name="Honnore, Loic" userId="58153c04-8a3a-49f3-9566-5fc8cb2a18b2" providerId="ADAL" clId="{3E39C2D3-9B0D-4510-A578-EF8BC84DBB97}" dt="2023-11-14T11:24:44.539" v="226" actId="478"/>
          <ac:spMkLst>
            <pc:docMk/>
            <pc:sldMk cId="193783907" sldId="3239"/>
            <ac:spMk id="3" creationId="{5AF51034-BE04-0376-E2DD-13C891EEEF62}"/>
          </ac:spMkLst>
        </pc:spChg>
        <pc:spChg chg="add del mod">
          <ac:chgData name="Honnore, Loic" userId="58153c04-8a3a-49f3-9566-5fc8cb2a18b2" providerId="ADAL" clId="{3E39C2D3-9B0D-4510-A578-EF8BC84DBB97}" dt="2023-11-14T11:25:03.486" v="229" actId="478"/>
          <ac:spMkLst>
            <pc:docMk/>
            <pc:sldMk cId="193783907" sldId="3239"/>
            <ac:spMk id="6" creationId="{28103D75-86B4-7E7C-9079-25DB5CB081CE}"/>
          </ac:spMkLst>
        </pc:spChg>
        <pc:spChg chg="add del">
          <ac:chgData name="Honnore, Loic" userId="58153c04-8a3a-49f3-9566-5fc8cb2a18b2" providerId="ADAL" clId="{3E39C2D3-9B0D-4510-A578-EF8BC84DBB97}" dt="2023-11-14T11:25:05.863" v="231" actId="22"/>
          <ac:spMkLst>
            <pc:docMk/>
            <pc:sldMk cId="193783907" sldId="3239"/>
            <ac:spMk id="8" creationId="{79C159D2-BBAF-0A33-0577-2C045DD011DD}"/>
          </ac:spMkLst>
        </pc:spChg>
        <pc:spChg chg="add del">
          <ac:chgData name="Honnore, Loic" userId="58153c04-8a3a-49f3-9566-5fc8cb2a18b2" providerId="ADAL" clId="{3E39C2D3-9B0D-4510-A578-EF8BC84DBB97}" dt="2023-11-14T11:25:08.139" v="233" actId="22"/>
          <ac:spMkLst>
            <pc:docMk/>
            <pc:sldMk cId="193783907" sldId="3239"/>
            <ac:spMk id="10" creationId="{3E6645DF-BA6A-F019-5CC0-B728D3C99CF3}"/>
          </ac:spMkLst>
        </pc:spChg>
        <pc:spChg chg="add mod">
          <ac:chgData name="Honnore, Loic" userId="58153c04-8a3a-49f3-9566-5fc8cb2a18b2" providerId="ADAL" clId="{3E39C2D3-9B0D-4510-A578-EF8BC84DBB97}" dt="2023-11-14T11:25:51.482" v="302" actId="20577"/>
          <ac:spMkLst>
            <pc:docMk/>
            <pc:sldMk cId="193783907" sldId="3239"/>
            <ac:spMk id="12" creationId="{5C0EE122-32F4-9EEA-EC4F-91BE048B3612}"/>
          </ac:spMkLst>
        </pc:spChg>
        <pc:spChg chg="mod">
          <ac:chgData name="Honnore, Loic" userId="58153c04-8a3a-49f3-9566-5fc8cb2a18b2" providerId="ADAL" clId="{3E39C2D3-9B0D-4510-A578-EF8BC84DBB97}" dt="2023-11-14T13:01:31.600" v="1132" actId="6549"/>
          <ac:spMkLst>
            <pc:docMk/>
            <pc:sldMk cId="193783907" sldId="3239"/>
            <ac:spMk id="22" creationId="{F0E2F963-BA06-4A7E-9314-9B30146913B5}"/>
          </ac:spMkLst>
        </pc:spChg>
        <pc:spChg chg="mod">
          <ac:chgData name="Honnore, Loic" userId="58153c04-8a3a-49f3-9566-5fc8cb2a18b2" providerId="ADAL" clId="{3E39C2D3-9B0D-4510-A578-EF8BC84DBB97}" dt="2023-11-14T11:36:58.951" v="973"/>
          <ac:spMkLst>
            <pc:docMk/>
            <pc:sldMk cId="193783907" sldId="3239"/>
            <ac:spMk id="24" creationId="{D9B8A80A-A0C1-4F1C-B08D-F9F56EBF7725}"/>
          </ac:spMkLst>
        </pc:spChg>
        <pc:spChg chg="mod">
          <ac:chgData name="Honnore, Loic" userId="58153c04-8a3a-49f3-9566-5fc8cb2a18b2" providerId="ADAL" clId="{3E39C2D3-9B0D-4510-A578-EF8BC84DBB97}" dt="2023-11-14T11:37:09.631" v="974"/>
          <ac:spMkLst>
            <pc:docMk/>
            <pc:sldMk cId="193783907" sldId="3239"/>
            <ac:spMk id="25" creationId="{D59BDD54-C62C-4C8F-991E-DFD4BA9F4D94}"/>
          </ac:spMkLst>
        </pc:spChg>
        <pc:spChg chg="mod">
          <ac:chgData name="Honnore, Loic" userId="58153c04-8a3a-49f3-9566-5fc8cb2a18b2" providerId="ADAL" clId="{3E39C2D3-9B0D-4510-A578-EF8BC84DBB97}" dt="2023-11-14T13:02:32.906" v="1133" actId="20577"/>
          <ac:spMkLst>
            <pc:docMk/>
            <pc:sldMk cId="193783907" sldId="3239"/>
            <ac:spMk id="47" creationId="{1EE7651B-2FF5-4C42-A54E-BCB23C01E80B}"/>
          </ac:spMkLst>
        </pc:spChg>
        <pc:spChg chg="mod">
          <ac:chgData name="Honnore, Loic" userId="58153c04-8a3a-49f3-9566-5fc8cb2a18b2" providerId="ADAL" clId="{3E39C2D3-9B0D-4510-A578-EF8BC84DBB97}" dt="2023-11-14T11:35:43.051" v="914" actId="20577"/>
          <ac:spMkLst>
            <pc:docMk/>
            <pc:sldMk cId="193783907" sldId="3239"/>
            <ac:spMk id="49" creationId="{7B9ECE20-F414-D34D-BE23-972ED0A703DE}"/>
          </ac:spMkLst>
        </pc:spChg>
        <pc:spChg chg="mod">
          <ac:chgData name="Honnore, Loic" userId="58153c04-8a3a-49f3-9566-5fc8cb2a18b2" providerId="ADAL" clId="{3E39C2D3-9B0D-4510-A578-EF8BC84DBB97}" dt="2023-11-14T11:24:26.368" v="207" actId="1076"/>
          <ac:spMkLst>
            <pc:docMk/>
            <pc:sldMk cId="193783907" sldId="3239"/>
            <ac:spMk id="53" creationId="{1B7E2BB2-6866-1040-BA82-642BA448E82D}"/>
          </ac:spMkLst>
        </pc:spChg>
        <pc:spChg chg="mod">
          <ac:chgData name="Honnore, Loic" userId="58153c04-8a3a-49f3-9566-5fc8cb2a18b2" providerId="ADAL" clId="{3E39C2D3-9B0D-4510-A578-EF8BC84DBB97}" dt="2023-11-14T11:35:55.635" v="917"/>
          <ac:spMkLst>
            <pc:docMk/>
            <pc:sldMk cId="193783907" sldId="3239"/>
            <ac:spMk id="57" creationId="{AF52451C-8A99-AE48-AA79-BC4DEDC7FE61}"/>
          </ac:spMkLst>
        </pc:spChg>
        <pc:picChg chg="add mod modCrop">
          <ac:chgData name="Honnore, Loic" userId="58153c04-8a3a-49f3-9566-5fc8cb2a18b2" providerId="ADAL" clId="{3E39C2D3-9B0D-4510-A578-EF8BC84DBB97}" dt="2023-11-14T11:32:32.256" v="861" actId="1076"/>
          <ac:picMkLst>
            <pc:docMk/>
            <pc:sldMk cId="193783907" sldId="3239"/>
            <ac:picMk id="14" creationId="{6ACE17AC-CEE3-7ADF-21A7-C81B08955CC1}"/>
          </ac:picMkLst>
        </pc:picChg>
        <pc:picChg chg="del mod">
          <ac:chgData name="Honnore, Loic" userId="58153c04-8a3a-49f3-9566-5fc8cb2a18b2" providerId="ADAL" clId="{3E39C2D3-9B0D-4510-A578-EF8BC84DBB97}" dt="2023-11-14T11:31:58.096" v="848" actId="478"/>
          <ac:picMkLst>
            <pc:docMk/>
            <pc:sldMk cId="193783907" sldId="3239"/>
            <ac:picMk id="27" creationId="{76D54AA1-2C35-4C05-B5F5-C0BE07B1570B}"/>
          </ac:picMkLst>
        </pc:picChg>
        <pc:cxnChg chg="add mod">
          <ac:chgData name="Honnore, Loic" userId="58153c04-8a3a-49f3-9566-5fc8cb2a18b2" providerId="ADAL" clId="{3E39C2D3-9B0D-4510-A578-EF8BC84DBB97}" dt="2023-11-14T11:24:30.807" v="209" actId="1076"/>
          <ac:cxnSpMkLst>
            <pc:docMk/>
            <pc:sldMk cId="193783907" sldId="3239"/>
            <ac:cxnSpMk id="4" creationId="{A2EB38DE-DB2C-47B3-D57E-7955242F0C3F}"/>
          </ac:cxnSpMkLst>
        </pc:cxnChg>
        <pc:cxnChg chg="mod">
          <ac:chgData name="Honnore, Loic" userId="58153c04-8a3a-49f3-9566-5fc8cb2a18b2" providerId="ADAL" clId="{3E39C2D3-9B0D-4510-A578-EF8BC84DBB97}" dt="2023-11-14T11:24:26.368" v="207" actId="1076"/>
          <ac:cxnSpMkLst>
            <pc:docMk/>
            <pc:sldMk cId="193783907" sldId="3239"/>
            <ac:cxnSpMk id="65" creationId="{10095D3A-E1E2-FE4C-BF9A-39FC3288CB31}"/>
          </ac:cxnSpMkLst>
        </pc:cxnChg>
      </pc:sldChg>
      <pc:sldChg chg="addSp delSp modSp new mod ord">
        <pc:chgData name="Honnore, Loic" userId="58153c04-8a3a-49f3-9566-5fc8cb2a18b2" providerId="ADAL" clId="{3E39C2D3-9B0D-4510-A578-EF8BC84DBB97}" dt="2023-11-14T13:08:05.901" v="1280" actId="1076"/>
        <pc:sldMkLst>
          <pc:docMk/>
          <pc:sldMk cId="2577362313" sldId="3240"/>
        </pc:sldMkLst>
        <pc:spChg chg="del">
          <ac:chgData name="Honnore, Loic" userId="58153c04-8a3a-49f3-9566-5fc8cb2a18b2" providerId="ADAL" clId="{3E39C2D3-9B0D-4510-A578-EF8BC84DBB97}" dt="2023-11-14T11:30:43.505" v="789" actId="478"/>
          <ac:spMkLst>
            <pc:docMk/>
            <pc:sldMk cId="2577362313" sldId="3240"/>
            <ac:spMk id="2" creationId="{5E9264F3-BFB9-31B4-E264-35C1477FE210}"/>
          </ac:spMkLst>
        </pc:spChg>
        <pc:spChg chg="del">
          <ac:chgData name="Honnore, Loic" userId="58153c04-8a3a-49f3-9566-5fc8cb2a18b2" providerId="ADAL" clId="{3E39C2D3-9B0D-4510-A578-EF8BC84DBB97}" dt="2023-11-14T11:30:43.505" v="789" actId="478"/>
          <ac:spMkLst>
            <pc:docMk/>
            <pc:sldMk cId="2577362313" sldId="3240"/>
            <ac:spMk id="3" creationId="{3156071F-1C13-8E1C-0F64-83569BBF23FA}"/>
          </ac:spMkLst>
        </pc:spChg>
        <pc:spChg chg="add del mod">
          <ac:chgData name="Honnore, Loic" userId="58153c04-8a3a-49f3-9566-5fc8cb2a18b2" providerId="ADAL" clId="{3E39C2D3-9B0D-4510-A578-EF8BC84DBB97}" dt="2023-11-14T11:31:04.734" v="793"/>
          <ac:spMkLst>
            <pc:docMk/>
            <pc:sldMk cId="2577362313" sldId="3240"/>
            <ac:spMk id="4" creationId="{2050910A-80A6-C97E-7399-28C1B5579087}"/>
          </ac:spMkLst>
        </pc:spChg>
        <pc:spChg chg="mod">
          <ac:chgData name="Honnore, Loic" userId="58153c04-8a3a-49f3-9566-5fc8cb2a18b2" providerId="ADAL" clId="{3E39C2D3-9B0D-4510-A578-EF8BC84DBB97}" dt="2023-11-14T11:30:58.727" v="790"/>
          <ac:spMkLst>
            <pc:docMk/>
            <pc:sldMk cId="2577362313" sldId="3240"/>
            <ac:spMk id="6" creationId="{40B0A460-7153-0530-D573-A16AEE9CB75C}"/>
          </ac:spMkLst>
        </pc:spChg>
        <pc:spChg chg="mod">
          <ac:chgData name="Honnore, Loic" userId="58153c04-8a3a-49f3-9566-5fc8cb2a18b2" providerId="ADAL" clId="{3E39C2D3-9B0D-4510-A578-EF8BC84DBB97}" dt="2023-11-14T11:30:58.727" v="790"/>
          <ac:spMkLst>
            <pc:docMk/>
            <pc:sldMk cId="2577362313" sldId="3240"/>
            <ac:spMk id="7" creationId="{79834298-7EBD-B032-3A38-E2BA1B39E996}"/>
          </ac:spMkLst>
        </pc:spChg>
        <pc:spChg chg="mod">
          <ac:chgData name="Honnore, Loic" userId="58153c04-8a3a-49f3-9566-5fc8cb2a18b2" providerId="ADAL" clId="{3E39C2D3-9B0D-4510-A578-EF8BC84DBB97}" dt="2023-11-14T11:30:58.727" v="790"/>
          <ac:spMkLst>
            <pc:docMk/>
            <pc:sldMk cId="2577362313" sldId="3240"/>
            <ac:spMk id="8" creationId="{F7588115-CE93-88BE-A62A-60A90F37B33D}"/>
          </ac:spMkLst>
        </pc:spChg>
        <pc:spChg chg="mod">
          <ac:chgData name="Honnore, Loic" userId="58153c04-8a3a-49f3-9566-5fc8cb2a18b2" providerId="ADAL" clId="{3E39C2D3-9B0D-4510-A578-EF8BC84DBB97}" dt="2023-11-14T11:30:58.727" v="790"/>
          <ac:spMkLst>
            <pc:docMk/>
            <pc:sldMk cId="2577362313" sldId="3240"/>
            <ac:spMk id="9" creationId="{68A4428F-5CEA-0C5D-C624-E06F77581746}"/>
          </ac:spMkLst>
        </pc:spChg>
        <pc:spChg chg="mod">
          <ac:chgData name="Honnore, Loic" userId="58153c04-8a3a-49f3-9566-5fc8cb2a18b2" providerId="ADAL" clId="{3E39C2D3-9B0D-4510-A578-EF8BC84DBB97}" dt="2023-11-14T11:30:58.727" v="790"/>
          <ac:spMkLst>
            <pc:docMk/>
            <pc:sldMk cId="2577362313" sldId="3240"/>
            <ac:spMk id="11" creationId="{E5772B38-45A7-CA5F-81EA-DAD6AE7BD328}"/>
          </ac:spMkLst>
        </pc:spChg>
        <pc:spChg chg="mod">
          <ac:chgData name="Honnore, Loic" userId="58153c04-8a3a-49f3-9566-5fc8cb2a18b2" providerId="ADAL" clId="{3E39C2D3-9B0D-4510-A578-EF8BC84DBB97}" dt="2023-11-14T11:30:58.727" v="790"/>
          <ac:spMkLst>
            <pc:docMk/>
            <pc:sldMk cId="2577362313" sldId="3240"/>
            <ac:spMk id="12" creationId="{0022CB3E-ED3A-1CA9-33B4-50FBC78B3B8C}"/>
          </ac:spMkLst>
        </pc:spChg>
        <pc:spChg chg="mod">
          <ac:chgData name="Honnore, Loic" userId="58153c04-8a3a-49f3-9566-5fc8cb2a18b2" providerId="ADAL" clId="{3E39C2D3-9B0D-4510-A578-EF8BC84DBB97}" dt="2023-11-14T11:30:58.727" v="790"/>
          <ac:spMkLst>
            <pc:docMk/>
            <pc:sldMk cId="2577362313" sldId="3240"/>
            <ac:spMk id="13" creationId="{62B05287-F901-91B8-4AB2-6FB889EDD1EF}"/>
          </ac:spMkLst>
        </pc:spChg>
        <pc:spChg chg="mod">
          <ac:chgData name="Honnore, Loic" userId="58153c04-8a3a-49f3-9566-5fc8cb2a18b2" providerId="ADAL" clId="{3E39C2D3-9B0D-4510-A578-EF8BC84DBB97}" dt="2023-11-14T11:30:58.727" v="790"/>
          <ac:spMkLst>
            <pc:docMk/>
            <pc:sldMk cId="2577362313" sldId="3240"/>
            <ac:spMk id="15" creationId="{0EAF1CCE-E9E9-CBD7-5C88-40E442EA964C}"/>
          </ac:spMkLst>
        </pc:spChg>
        <pc:spChg chg="mod">
          <ac:chgData name="Honnore, Loic" userId="58153c04-8a3a-49f3-9566-5fc8cb2a18b2" providerId="ADAL" clId="{3E39C2D3-9B0D-4510-A578-EF8BC84DBB97}" dt="2023-11-14T11:30:58.727" v="790"/>
          <ac:spMkLst>
            <pc:docMk/>
            <pc:sldMk cId="2577362313" sldId="3240"/>
            <ac:spMk id="16" creationId="{B6C170A4-E08F-C3B8-A94A-BE92DBD8D025}"/>
          </ac:spMkLst>
        </pc:spChg>
        <pc:spChg chg="mod">
          <ac:chgData name="Honnore, Loic" userId="58153c04-8a3a-49f3-9566-5fc8cb2a18b2" providerId="ADAL" clId="{3E39C2D3-9B0D-4510-A578-EF8BC84DBB97}" dt="2023-11-14T11:30:58.727" v="790"/>
          <ac:spMkLst>
            <pc:docMk/>
            <pc:sldMk cId="2577362313" sldId="3240"/>
            <ac:spMk id="17" creationId="{F271CA6A-4379-4FE4-3877-20874B888910}"/>
          </ac:spMkLst>
        </pc:spChg>
        <pc:spChg chg="mod">
          <ac:chgData name="Honnore, Loic" userId="58153c04-8a3a-49f3-9566-5fc8cb2a18b2" providerId="ADAL" clId="{3E39C2D3-9B0D-4510-A578-EF8BC84DBB97}" dt="2023-11-14T11:30:58.727" v="790"/>
          <ac:spMkLst>
            <pc:docMk/>
            <pc:sldMk cId="2577362313" sldId="3240"/>
            <ac:spMk id="18" creationId="{9DBEB109-D27E-D2A3-AF0A-B25B3C669C8A}"/>
          </ac:spMkLst>
        </pc:spChg>
        <pc:spChg chg="mod">
          <ac:chgData name="Honnore, Loic" userId="58153c04-8a3a-49f3-9566-5fc8cb2a18b2" providerId="ADAL" clId="{3E39C2D3-9B0D-4510-A578-EF8BC84DBB97}" dt="2023-11-14T11:30:58.727" v="790"/>
          <ac:spMkLst>
            <pc:docMk/>
            <pc:sldMk cId="2577362313" sldId="3240"/>
            <ac:spMk id="20" creationId="{72DD122C-848A-41FA-E236-1569C5B521D6}"/>
          </ac:spMkLst>
        </pc:spChg>
        <pc:spChg chg="mod">
          <ac:chgData name="Honnore, Loic" userId="58153c04-8a3a-49f3-9566-5fc8cb2a18b2" providerId="ADAL" clId="{3E39C2D3-9B0D-4510-A578-EF8BC84DBB97}" dt="2023-11-14T11:30:58.727" v="790"/>
          <ac:spMkLst>
            <pc:docMk/>
            <pc:sldMk cId="2577362313" sldId="3240"/>
            <ac:spMk id="21" creationId="{9F38238B-F7CA-209A-BE4A-D2C496FB46C1}"/>
          </ac:spMkLst>
        </pc:spChg>
        <pc:spChg chg="mod">
          <ac:chgData name="Honnore, Loic" userId="58153c04-8a3a-49f3-9566-5fc8cb2a18b2" providerId="ADAL" clId="{3E39C2D3-9B0D-4510-A578-EF8BC84DBB97}" dt="2023-11-14T11:30:58.727" v="790"/>
          <ac:spMkLst>
            <pc:docMk/>
            <pc:sldMk cId="2577362313" sldId="3240"/>
            <ac:spMk id="22" creationId="{CAF87216-B562-21A1-E870-18585095D7D9}"/>
          </ac:spMkLst>
        </pc:spChg>
        <pc:spChg chg="mod">
          <ac:chgData name="Honnore, Loic" userId="58153c04-8a3a-49f3-9566-5fc8cb2a18b2" providerId="ADAL" clId="{3E39C2D3-9B0D-4510-A578-EF8BC84DBB97}" dt="2023-11-14T11:30:58.727" v="790"/>
          <ac:spMkLst>
            <pc:docMk/>
            <pc:sldMk cId="2577362313" sldId="3240"/>
            <ac:spMk id="24" creationId="{0197AD7E-D5A3-66BF-C617-D30F1335142E}"/>
          </ac:spMkLst>
        </pc:spChg>
        <pc:spChg chg="mod">
          <ac:chgData name="Honnore, Loic" userId="58153c04-8a3a-49f3-9566-5fc8cb2a18b2" providerId="ADAL" clId="{3E39C2D3-9B0D-4510-A578-EF8BC84DBB97}" dt="2023-11-14T11:30:58.727" v="790"/>
          <ac:spMkLst>
            <pc:docMk/>
            <pc:sldMk cId="2577362313" sldId="3240"/>
            <ac:spMk id="25" creationId="{44BB27A4-88EE-2772-442D-3F6ECCBDFE85}"/>
          </ac:spMkLst>
        </pc:spChg>
        <pc:spChg chg="mod">
          <ac:chgData name="Honnore, Loic" userId="58153c04-8a3a-49f3-9566-5fc8cb2a18b2" providerId="ADAL" clId="{3E39C2D3-9B0D-4510-A578-EF8BC84DBB97}" dt="2023-11-14T11:30:58.727" v="790"/>
          <ac:spMkLst>
            <pc:docMk/>
            <pc:sldMk cId="2577362313" sldId="3240"/>
            <ac:spMk id="26" creationId="{C8BC8BD8-2C00-5283-FB0A-037116F56957}"/>
          </ac:spMkLst>
        </pc:spChg>
        <pc:spChg chg="mod">
          <ac:chgData name="Honnore, Loic" userId="58153c04-8a3a-49f3-9566-5fc8cb2a18b2" providerId="ADAL" clId="{3E39C2D3-9B0D-4510-A578-EF8BC84DBB97}" dt="2023-11-14T11:30:58.727" v="790"/>
          <ac:spMkLst>
            <pc:docMk/>
            <pc:sldMk cId="2577362313" sldId="3240"/>
            <ac:spMk id="27" creationId="{FD817B9B-17B2-D159-E6A1-2A33F268315B}"/>
          </ac:spMkLst>
        </pc:spChg>
        <pc:spChg chg="mod">
          <ac:chgData name="Honnore, Loic" userId="58153c04-8a3a-49f3-9566-5fc8cb2a18b2" providerId="ADAL" clId="{3E39C2D3-9B0D-4510-A578-EF8BC84DBB97}" dt="2023-11-14T11:30:58.727" v="790"/>
          <ac:spMkLst>
            <pc:docMk/>
            <pc:sldMk cId="2577362313" sldId="3240"/>
            <ac:spMk id="29" creationId="{8EF8F666-CC59-2D5B-9AA6-F8C61D4EF90C}"/>
          </ac:spMkLst>
        </pc:spChg>
        <pc:spChg chg="mod">
          <ac:chgData name="Honnore, Loic" userId="58153c04-8a3a-49f3-9566-5fc8cb2a18b2" providerId="ADAL" clId="{3E39C2D3-9B0D-4510-A578-EF8BC84DBB97}" dt="2023-11-14T11:30:58.727" v="790"/>
          <ac:spMkLst>
            <pc:docMk/>
            <pc:sldMk cId="2577362313" sldId="3240"/>
            <ac:spMk id="30" creationId="{02BE9C00-B94F-ED08-E716-FC0F3AECC96E}"/>
          </ac:spMkLst>
        </pc:spChg>
        <pc:spChg chg="mod">
          <ac:chgData name="Honnore, Loic" userId="58153c04-8a3a-49f3-9566-5fc8cb2a18b2" providerId="ADAL" clId="{3E39C2D3-9B0D-4510-A578-EF8BC84DBB97}" dt="2023-11-14T11:30:58.727" v="790"/>
          <ac:spMkLst>
            <pc:docMk/>
            <pc:sldMk cId="2577362313" sldId="3240"/>
            <ac:spMk id="31" creationId="{EC3756EE-4B77-7B98-D5FD-BE80741BAE54}"/>
          </ac:spMkLst>
        </pc:spChg>
        <pc:spChg chg="mod">
          <ac:chgData name="Honnore, Loic" userId="58153c04-8a3a-49f3-9566-5fc8cb2a18b2" providerId="ADAL" clId="{3E39C2D3-9B0D-4510-A578-EF8BC84DBB97}" dt="2023-11-14T11:30:58.727" v="790"/>
          <ac:spMkLst>
            <pc:docMk/>
            <pc:sldMk cId="2577362313" sldId="3240"/>
            <ac:spMk id="33" creationId="{9C466E8E-8906-4285-F488-2758628E88FD}"/>
          </ac:spMkLst>
        </pc:spChg>
        <pc:spChg chg="mod">
          <ac:chgData name="Honnore, Loic" userId="58153c04-8a3a-49f3-9566-5fc8cb2a18b2" providerId="ADAL" clId="{3E39C2D3-9B0D-4510-A578-EF8BC84DBB97}" dt="2023-11-14T11:30:58.727" v="790"/>
          <ac:spMkLst>
            <pc:docMk/>
            <pc:sldMk cId="2577362313" sldId="3240"/>
            <ac:spMk id="34" creationId="{1ED7A675-59B3-ED98-1782-0A04FEED6A3F}"/>
          </ac:spMkLst>
        </pc:spChg>
        <pc:spChg chg="mod">
          <ac:chgData name="Honnore, Loic" userId="58153c04-8a3a-49f3-9566-5fc8cb2a18b2" providerId="ADAL" clId="{3E39C2D3-9B0D-4510-A578-EF8BC84DBB97}" dt="2023-11-14T11:30:58.727" v="790"/>
          <ac:spMkLst>
            <pc:docMk/>
            <pc:sldMk cId="2577362313" sldId="3240"/>
            <ac:spMk id="35" creationId="{845EC374-FFF6-88F3-DA29-8F67B2807209}"/>
          </ac:spMkLst>
        </pc:spChg>
        <pc:spChg chg="mod">
          <ac:chgData name="Honnore, Loic" userId="58153c04-8a3a-49f3-9566-5fc8cb2a18b2" providerId="ADAL" clId="{3E39C2D3-9B0D-4510-A578-EF8BC84DBB97}" dt="2023-11-14T11:30:58.727" v="790"/>
          <ac:spMkLst>
            <pc:docMk/>
            <pc:sldMk cId="2577362313" sldId="3240"/>
            <ac:spMk id="36" creationId="{A6870831-89D9-3B37-0358-C7853FB0D7FF}"/>
          </ac:spMkLst>
        </pc:spChg>
        <pc:spChg chg="mod">
          <ac:chgData name="Honnore, Loic" userId="58153c04-8a3a-49f3-9566-5fc8cb2a18b2" providerId="ADAL" clId="{3E39C2D3-9B0D-4510-A578-EF8BC84DBB97}" dt="2023-11-14T11:30:58.727" v="790"/>
          <ac:spMkLst>
            <pc:docMk/>
            <pc:sldMk cId="2577362313" sldId="3240"/>
            <ac:spMk id="38" creationId="{1D11DB8B-41D8-4BFD-E04B-1A97D8AAAE38}"/>
          </ac:spMkLst>
        </pc:spChg>
        <pc:spChg chg="mod">
          <ac:chgData name="Honnore, Loic" userId="58153c04-8a3a-49f3-9566-5fc8cb2a18b2" providerId="ADAL" clId="{3E39C2D3-9B0D-4510-A578-EF8BC84DBB97}" dt="2023-11-14T11:30:58.727" v="790"/>
          <ac:spMkLst>
            <pc:docMk/>
            <pc:sldMk cId="2577362313" sldId="3240"/>
            <ac:spMk id="39" creationId="{C4BB4D1B-A3F7-B9FD-FDF0-84E2EF3D7439}"/>
          </ac:spMkLst>
        </pc:spChg>
        <pc:spChg chg="mod">
          <ac:chgData name="Honnore, Loic" userId="58153c04-8a3a-49f3-9566-5fc8cb2a18b2" providerId="ADAL" clId="{3E39C2D3-9B0D-4510-A578-EF8BC84DBB97}" dt="2023-11-14T11:30:58.727" v="790"/>
          <ac:spMkLst>
            <pc:docMk/>
            <pc:sldMk cId="2577362313" sldId="3240"/>
            <ac:spMk id="40" creationId="{5486647E-E6D2-A193-E827-197EBDB39774}"/>
          </ac:spMkLst>
        </pc:spChg>
        <pc:spChg chg="add del mod">
          <ac:chgData name="Honnore, Loic" userId="58153c04-8a3a-49f3-9566-5fc8cb2a18b2" providerId="ADAL" clId="{3E39C2D3-9B0D-4510-A578-EF8BC84DBB97}" dt="2023-11-14T11:31:08.427" v="797"/>
          <ac:spMkLst>
            <pc:docMk/>
            <pc:sldMk cId="2577362313" sldId="3240"/>
            <ac:spMk id="41" creationId="{24212A5A-549B-BA9A-E1DC-96DAC601127F}"/>
          </ac:spMkLst>
        </pc:spChg>
        <pc:spChg chg="mod">
          <ac:chgData name="Honnore, Loic" userId="58153c04-8a3a-49f3-9566-5fc8cb2a18b2" providerId="ADAL" clId="{3E39C2D3-9B0D-4510-A578-EF8BC84DBB97}" dt="2023-11-14T11:31:05.095" v="794"/>
          <ac:spMkLst>
            <pc:docMk/>
            <pc:sldMk cId="2577362313" sldId="3240"/>
            <ac:spMk id="43" creationId="{C78AA947-F264-5B6B-B957-63B2EA39C156}"/>
          </ac:spMkLst>
        </pc:spChg>
        <pc:spChg chg="mod">
          <ac:chgData name="Honnore, Loic" userId="58153c04-8a3a-49f3-9566-5fc8cb2a18b2" providerId="ADAL" clId="{3E39C2D3-9B0D-4510-A578-EF8BC84DBB97}" dt="2023-11-14T11:31:05.095" v="794"/>
          <ac:spMkLst>
            <pc:docMk/>
            <pc:sldMk cId="2577362313" sldId="3240"/>
            <ac:spMk id="44" creationId="{E6CBCF5C-41A9-9EDC-A759-8DB49FBBEDF1}"/>
          </ac:spMkLst>
        </pc:spChg>
        <pc:spChg chg="mod">
          <ac:chgData name="Honnore, Loic" userId="58153c04-8a3a-49f3-9566-5fc8cb2a18b2" providerId="ADAL" clId="{3E39C2D3-9B0D-4510-A578-EF8BC84DBB97}" dt="2023-11-14T11:31:05.095" v="794"/>
          <ac:spMkLst>
            <pc:docMk/>
            <pc:sldMk cId="2577362313" sldId="3240"/>
            <ac:spMk id="45" creationId="{BD392431-A3B6-234D-A575-1E9F935A39EE}"/>
          </ac:spMkLst>
        </pc:spChg>
        <pc:spChg chg="mod">
          <ac:chgData name="Honnore, Loic" userId="58153c04-8a3a-49f3-9566-5fc8cb2a18b2" providerId="ADAL" clId="{3E39C2D3-9B0D-4510-A578-EF8BC84DBB97}" dt="2023-11-14T11:31:05.095" v="794"/>
          <ac:spMkLst>
            <pc:docMk/>
            <pc:sldMk cId="2577362313" sldId="3240"/>
            <ac:spMk id="46" creationId="{47CBDCDB-4A2C-121F-DA47-782F651F98B4}"/>
          </ac:spMkLst>
        </pc:spChg>
        <pc:spChg chg="mod">
          <ac:chgData name="Honnore, Loic" userId="58153c04-8a3a-49f3-9566-5fc8cb2a18b2" providerId="ADAL" clId="{3E39C2D3-9B0D-4510-A578-EF8BC84DBB97}" dt="2023-11-14T11:31:05.095" v="794"/>
          <ac:spMkLst>
            <pc:docMk/>
            <pc:sldMk cId="2577362313" sldId="3240"/>
            <ac:spMk id="48" creationId="{22FECCCB-3172-E0CA-79B5-E0A11A94F8B7}"/>
          </ac:spMkLst>
        </pc:spChg>
        <pc:spChg chg="mod">
          <ac:chgData name="Honnore, Loic" userId="58153c04-8a3a-49f3-9566-5fc8cb2a18b2" providerId="ADAL" clId="{3E39C2D3-9B0D-4510-A578-EF8BC84DBB97}" dt="2023-11-14T11:31:05.095" v="794"/>
          <ac:spMkLst>
            <pc:docMk/>
            <pc:sldMk cId="2577362313" sldId="3240"/>
            <ac:spMk id="49" creationId="{37ABFCDF-952B-8952-F563-EE5CB2ED891B}"/>
          </ac:spMkLst>
        </pc:spChg>
        <pc:spChg chg="mod">
          <ac:chgData name="Honnore, Loic" userId="58153c04-8a3a-49f3-9566-5fc8cb2a18b2" providerId="ADAL" clId="{3E39C2D3-9B0D-4510-A578-EF8BC84DBB97}" dt="2023-11-14T11:31:05.095" v="794"/>
          <ac:spMkLst>
            <pc:docMk/>
            <pc:sldMk cId="2577362313" sldId="3240"/>
            <ac:spMk id="50" creationId="{1B6DD680-521D-1369-91E9-BA20E35B766A}"/>
          </ac:spMkLst>
        </pc:spChg>
        <pc:spChg chg="mod">
          <ac:chgData name="Honnore, Loic" userId="58153c04-8a3a-49f3-9566-5fc8cb2a18b2" providerId="ADAL" clId="{3E39C2D3-9B0D-4510-A578-EF8BC84DBB97}" dt="2023-11-14T11:31:05.095" v="794"/>
          <ac:spMkLst>
            <pc:docMk/>
            <pc:sldMk cId="2577362313" sldId="3240"/>
            <ac:spMk id="52" creationId="{EE3B2DB4-B00E-8E38-255D-219BE5E1B72D}"/>
          </ac:spMkLst>
        </pc:spChg>
        <pc:spChg chg="mod">
          <ac:chgData name="Honnore, Loic" userId="58153c04-8a3a-49f3-9566-5fc8cb2a18b2" providerId="ADAL" clId="{3E39C2D3-9B0D-4510-A578-EF8BC84DBB97}" dt="2023-11-14T11:31:05.095" v="794"/>
          <ac:spMkLst>
            <pc:docMk/>
            <pc:sldMk cId="2577362313" sldId="3240"/>
            <ac:spMk id="53" creationId="{2A8EC957-C351-1A40-465B-C7D089DB340C}"/>
          </ac:spMkLst>
        </pc:spChg>
        <pc:spChg chg="mod">
          <ac:chgData name="Honnore, Loic" userId="58153c04-8a3a-49f3-9566-5fc8cb2a18b2" providerId="ADAL" clId="{3E39C2D3-9B0D-4510-A578-EF8BC84DBB97}" dt="2023-11-14T11:31:05.095" v="794"/>
          <ac:spMkLst>
            <pc:docMk/>
            <pc:sldMk cId="2577362313" sldId="3240"/>
            <ac:spMk id="54" creationId="{BFC7EF3C-93BB-70C5-9833-1E99186192E8}"/>
          </ac:spMkLst>
        </pc:spChg>
        <pc:spChg chg="mod">
          <ac:chgData name="Honnore, Loic" userId="58153c04-8a3a-49f3-9566-5fc8cb2a18b2" providerId="ADAL" clId="{3E39C2D3-9B0D-4510-A578-EF8BC84DBB97}" dt="2023-11-14T11:31:05.095" v="794"/>
          <ac:spMkLst>
            <pc:docMk/>
            <pc:sldMk cId="2577362313" sldId="3240"/>
            <ac:spMk id="55" creationId="{41450CE0-33FB-4DE5-8CDF-9B8270498F19}"/>
          </ac:spMkLst>
        </pc:spChg>
        <pc:spChg chg="mod">
          <ac:chgData name="Honnore, Loic" userId="58153c04-8a3a-49f3-9566-5fc8cb2a18b2" providerId="ADAL" clId="{3E39C2D3-9B0D-4510-A578-EF8BC84DBB97}" dt="2023-11-14T11:31:05.095" v="794"/>
          <ac:spMkLst>
            <pc:docMk/>
            <pc:sldMk cId="2577362313" sldId="3240"/>
            <ac:spMk id="57" creationId="{EF3F59AF-56D7-868D-0CE1-45174D4B6740}"/>
          </ac:spMkLst>
        </pc:spChg>
        <pc:spChg chg="mod">
          <ac:chgData name="Honnore, Loic" userId="58153c04-8a3a-49f3-9566-5fc8cb2a18b2" providerId="ADAL" clId="{3E39C2D3-9B0D-4510-A578-EF8BC84DBB97}" dt="2023-11-14T11:31:05.095" v="794"/>
          <ac:spMkLst>
            <pc:docMk/>
            <pc:sldMk cId="2577362313" sldId="3240"/>
            <ac:spMk id="58" creationId="{B39F8A6E-2154-8EAF-95A6-960F7811C0BD}"/>
          </ac:spMkLst>
        </pc:spChg>
        <pc:spChg chg="mod">
          <ac:chgData name="Honnore, Loic" userId="58153c04-8a3a-49f3-9566-5fc8cb2a18b2" providerId="ADAL" clId="{3E39C2D3-9B0D-4510-A578-EF8BC84DBB97}" dt="2023-11-14T11:31:05.095" v="794"/>
          <ac:spMkLst>
            <pc:docMk/>
            <pc:sldMk cId="2577362313" sldId="3240"/>
            <ac:spMk id="59" creationId="{799E1F18-B06F-5B92-2062-18BA385A8607}"/>
          </ac:spMkLst>
        </pc:spChg>
        <pc:spChg chg="mod">
          <ac:chgData name="Honnore, Loic" userId="58153c04-8a3a-49f3-9566-5fc8cb2a18b2" providerId="ADAL" clId="{3E39C2D3-9B0D-4510-A578-EF8BC84DBB97}" dt="2023-11-14T11:31:05.095" v="794"/>
          <ac:spMkLst>
            <pc:docMk/>
            <pc:sldMk cId="2577362313" sldId="3240"/>
            <ac:spMk id="61" creationId="{D5C794FE-7B3D-0E31-5933-4FF241970089}"/>
          </ac:spMkLst>
        </pc:spChg>
        <pc:spChg chg="mod">
          <ac:chgData name="Honnore, Loic" userId="58153c04-8a3a-49f3-9566-5fc8cb2a18b2" providerId="ADAL" clId="{3E39C2D3-9B0D-4510-A578-EF8BC84DBB97}" dt="2023-11-14T11:31:05.095" v="794"/>
          <ac:spMkLst>
            <pc:docMk/>
            <pc:sldMk cId="2577362313" sldId="3240"/>
            <ac:spMk id="62" creationId="{19715407-9E45-8B62-D677-E26C6C7CECA0}"/>
          </ac:spMkLst>
        </pc:spChg>
        <pc:spChg chg="mod">
          <ac:chgData name="Honnore, Loic" userId="58153c04-8a3a-49f3-9566-5fc8cb2a18b2" providerId="ADAL" clId="{3E39C2D3-9B0D-4510-A578-EF8BC84DBB97}" dt="2023-11-14T11:31:05.095" v="794"/>
          <ac:spMkLst>
            <pc:docMk/>
            <pc:sldMk cId="2577362313" sldId="3240"/>
            <ac:spMk id="63" creationId="{F8862755-D49B-5454-F7A1-D879834D4C64}"/>
          </ac:spMkLst>
        </pc:spChg>
        <pc:spChg chg="mod">
          <ac:chgData name="Honnore, Loic" userId="58153c04-8a3a-49f3-9566-5fc8cb2a18b2" providerId="ADAL" clId="{3E39C2D3-9B0D-4510-A578-EF8BC84DBB97}" dt="2023-11-14T11:31:05.095" v="794"/>
          <ac:spMkLst>
            <pc:docMk/>
            <pc:sldMk cId="2577362313" sldId="3240"/>
            <ac:spMk id="64" creationId="{96EA9478-DF28-31C5-0705-E40966E9A099}"/>
          </ac:spMkLst>
        </pc:spChg>
        <pc:spChg chg="mod">
          <ac:chgData name="Honnore, Loic" userId="58153c04-8a3a-49f3-9566-5fc8cb2a18b2" providerId="ADAL" clId="{3E39C2D3-9B0D-4510-A578-EF8BC84DBB97}" dt="2023-11-14T11:31:05.095" v="794"/>
          <ac:spMkLst>
            <pc:docMk/>
            <pc:sldMk cId="2577362313" sldId="3240"/>
            <ac:spMk id="66" creationId="{86FD8957-3D87-26AE-6CED-77E0499AB58C}"/>
          </ac:spMkLst>
        </pc:spChg>
        <pc:spChg chg="mod">
          <ac:chgData name="Honnore, Loic" userId="58153c04-8a3a-49f3-9566-5fc8cb2a18b2" providerId="ADAL" clId="{3E39C2D3-9B0D-4510-A578-EF8BC84DBB97}" dt="2023-11-14T11:31:05.095" v="794"/>
          <ac:spMkLst>
            <pc:docMk/>
            <pc:sldMk cId="2577362313" sldId="3240"/>
            <ac:spMk id="67" creationId="{8D289656-41BA-EA78-10A8-4C5AFBBD8B6B}"/>
          </ac:spMkLst>
        </pc:spChg>
        <pc:spChg chg="mod">
          <ac:chgData name="Honnore, Loic" userId="58153c04-8a3a-49f3-9566-5fc8cb2a18b2" providerId="ADAL" clId="{3E39C2D3-9B0D-4510-A578-EF8BC84DBB97}" dt="2023-11-14T11:31:05.095" v="794"/>
          <ac:spMkLst>
            <pc:docMk/>
            <pc:sldMk cId="2577362313" sldId="3240"/>
            <ac:spMk id="68" creationId="{BD8154B9-E97A-709D-2B24-FE5940E102FF}"/>
          </ac:spMkLst>
        </pc:spChg>
        <pc:spChg chg="mod">
          <ac:chgData name="Honnore, Loic" userId="58153c04-8a3a-49f3-9566-5fc8cb2a18b2" providerId="ADAL" clId="{3E39C2D3-9B0D-4510-A578-EF8BC84DBB97}" dt="2023-11-14T11:31:05.095" v="794"/>
          <ac:spMkLst>
            <pc:docMk/>
            <pc:sldMk cId="2577362313" sldId="3240"/>
            <ac:spMk id="70" creationId="{DC3A0300-2BC2-8724-B89E-BF5A5BB51275}"/>
          </ac:spMkLst>
        </pc:spChg>
        <pc:spChg chg="mod">
          <ac:chgData name="Honnore, Loic" userId="58153c04-8a3a-49f3-9566-5fc8cb2a18b2" providerId="ADAL" clId="{3E39C2D3-9B0D-4510-A578-EF8BC84DBB97}" dt="2023-11-14T11:31:05.095" v="794"/>
          <ac:spMkLst>
            <pc:docMk/>
            <pc:sldMk cId="2577362313" sldId="3240"/>
            <ac:spMk id="71" creationId="{DE82EA7B-9E4E-BE37-7313-B9F41FFC2D87}"/>
          </ac:spMkLst>
        </pc:spChg>
        <pc:spChg chg="mod">
          <ac:chgData name="Honnore, Loic" userId="58153c04-8a3a-49f3-9566-5fc8cb2a18b2" providerId="ADAL" clId="{3E39C2D3-9B0D-4510-A578-EF8BC84DBB97}" dt="2023-11-14T11:31:05.095" v="794"/>
          <ac:spMkLst>
            <pc:docMk/>
            <pc:sldMk cId="2577362313" sldId="3240"/>
            <ac:spMk id="72" creationId="{1F365332-5A2C-1D0D-0CA6-1E8E124E5C53}"/>
          </ac:spMkLst>
        </pc:spChg>
        <pc:spChg chg="mod">
          <ac:chgData name="Honnore, Loic" userId="58153c04-8a3a-49f3-9566-5fc8cb2a18b2" providerId="ADAL" clId="{3E39C2D3-9B0D-4510-A578-EF8BC84DBB97}" dt="2023-11-14T11:31:05.095" v="794"/>
          <ac:spMkLst>
            <pc:docMk/>
            <pc:sldMk cId="2577362313" sldId="3240"/>
            <ac:spMk id="73" creationId="{2326B81C-6AB1-DD05-DB03-BE495433C330}"/>
          </ac:spMkLst>
        </pc:spChg>
        <pc:spChg chg="mod">
          <ac:chgData name="Honnore, Loic" userId="58153c04-8a3a-49f3-9566-5fc8cb2a18b2" providerId="ADAL" clId="{3E39C2D3-9B0D-4510-A578-EF8BC84DBB97}" dt="2023-11-14T11:31:05.095" v="794"/>
          <ac:spMkLst>
            <pc:docMk/>
            <pc:sldMk cId="2577362313" sldId="3240"/>
            <ac:spMk id="75" creationId="{2BD6DCD5-2B46-903A-3985-ADF9923FCCBA}"/>
          </ac:spMkLst>
        </pc:spChg>
        <pc:spChg chg="mod">
          <ac:chgData name="Honnore, Loic" userId="58153c04-8a3a-49f3-9566-5fc8cb2a18b2" providerId="ADAL" clId="{3E39C2D3-9B0D-4510-A578-EF8BC84DBB97}" dt="2023-11-14T11:31:05.095" v="794"/>
          <ac:spMkLst>
            <pc:docMk/>
            <pc:sldMk cId="2577362313" sldId="3240"/>
            <ac:spMk id="76" creationId="{DA3AFE18-A925-A88C-2142-AC9B00DDC7AF}"/>
          </ac:spMkLst>
        </pc:spChg>
        <pc:spChg chg="mod">
          <ac:chgData name="Honnore, Loic" userId="58153c04-8a3a-49f3-9566-5fc8cb2a18b2" providerId="ADAL" clId="{3E39C2D3-9B0D-4510-A578-EF8BC84DBB97}" dt="2023-11-14T11:31:05.095" v="794"/>
          <ac:spMkLst>
            <pc:docMk/>
            <pc:sldMk cId="2577362313" sldId="3240"/>
            <ac:spMk id="77" creationId="{1D5C6300-0143-0AA6-555B-69D0660665A5}"/>
          </ac:spMkLst>
        </pc:spChg>
        <pc:spChg chg="add del mod">
          <ac:chgData name="Honnore, Loic" userId="58153c04-8a3a-49f3-9566-5fc8cb2a18b2" providerId="ADAL" clId="{3E39C2D3-9B0D-4510-A578-EF8BC84DBB97}" dt="2023-11-14T13:07:36.553" v="1271" actId="478"/>
          <ac:spMkLst>
            <pc:docMk/>
            <pc:sldMk cId="2577362313" sldId="3240"/>
            <ac:spMk id="78" creationId="{0F78EBDD-AAC6-5660-754C-A090FBB583C8}"/>
          </ac:spMkLst>
        </pc:spChg>
        <pc:spChg chg="mod">
          <ac:chgData name="Honnore, Loic" userId="58153c04-8a3a-49f3-9566-5fc8cb2a18b2" providerId="ADAL" clId="{3E39C2D3-9B0D-4510-A578-EF8BC84DBB97}" dt="2023-11-14T11:31:25.508" v="846" actId="20577"/>
          <ac:spMkLst>
            <pc:docMk/>
            <pc:sldMk cId="2577362313" sldId="3240"/>
            <ac:spMk id="80" creationId="{58AA7EB1-A0B5-2C78-F1DA-BF84F725A87E}"/>
          </ac:spMkLst>
        </pc:spChg>
        <pc:spChg chg="mod">
          <ac:chgData name="Honnore, Loic" userId="58153c04-8a3a-49f3-9566-5fc8cb2a18b2" providerId="ADAL" clId="{3E39C2D3-9B0D-4510-A578-EF8BC84DBB97}" dt="2023-11-14T11:31:08.469" v="798"/>
          <ac:spMkLst>
            <pc:docMk/>
            <pc:sldMk cId="2577362313" sldId="3240"/>
            <ac:spMk id="81" creationId="{5E95DC1B-3371-FA74-1DF4-079E6B94301B}"/>
          </ac:spMkLst>
        </pc:spChg>
        <pc:spChg chg="mod">
          <ac:chgData name="Honnore, Loic" userId="58153c04-8a3a-49f3-9566-5fc8cb2a18b2" providerId="ADAL" clId="{3E39C2D3-9B0D-4510-A578-EF8BC84DBB97}" dt="2023-11-14T11:31:08.469" v="798"/>
          <ac:spMkLst>
            <pc:docMk/>
            <pc:sldMk cId="2577362313" sldId="3240"/>
            <ac:spMk id="82" creationId="{0EB0402F-FCF2-8434-627C-0641B65A8E3F}"/>
          </ac:spMkLst>
        </pc:spChg>
        <pc:spChg chg="mod">
          <ac:chgData name="Honnore, Loic" userId="58153c04-8a3a-49f3-9566-5fc8cb2a18b2" providerId="ADAL" clId="{3E39C2D3-9B0D-4510-A578-EF8BC84DBB97}" dt="2023-11-14T11:31:08.469" v="798"/>
          <ac:spMkLst>
            <pc:docMk/>
            <pc:sldMk cId="2577362313" sldId="3240"/>
            <ac:spMk id="83" creationId="{D793450D-CD60-E294-D9D0-495FFE8FB376}"/>
          </ac:spMkLst>
        </pc:spChg>
        <pc:spChg chg="mod">
          <ac:chgData name="Honnore, Loic" userId="58153c04-8a3a-49f3-9566-5fc8cb2a18b2" providerId="ADAL" clId="{3E39C2D3-9B0D-4510-A578-EF8BC84DBB97}" dt="2023-11-14T11:31:08.469" v="798"/>
          <ac:spMkLst>
            <pc:docMk/>
            <pc:sldMk cId="2577362313" sldId="3240"/>
            <ac:spMk id="85" creationId="{D939C85B-7657-196F-8580-74E5369AC3BC}"/>
          </ac:spMkLst>
        </pc:spChg>
        <pc:spChg chg="mod">
          <ac:chgData name="Honnore, Loic" userId="58153c04-8a3a-49f3-9566-5fc8cb2a18b2" providerId="ADAL" clId="{3E39C2D3-9B0D-4510-A578-EF8BC84DBB97}" dt="2023-11-14T11:31:08.469" v="798"/>
          <ac:spMkLst>
            <pc:docMk/>
            <pc:sldMk cId="2577362313" sldId="3240"/>
            <ac:spMk id="86" creationId="{BA441AC8-4EF1-38F6-4EB6-66C331E5DA6F}"/>
          </ac:spMkLst>
        </pc:spChg>
        <pc:spChg chg="mod">
          <ac:chgData name="Honnore, Loic" userId="58153c04-8a3a-49f3-9566-5fc8cb2a18b2" providerId="ADAL" clId="{3E39C2D3-9B0D-4510-A578-EF8BC84DBB97}" dt="2023-11-14T11:31:08.469" v="798"/>
          <ac:spMkLst>
            <pc:docMk/>
            <pc:sldMk cId="2577362313" sldId="3240"/>
            <ac:spMk id="87" creationId="{F136971B-ACAC-27AA-2C0F-E4E5580DFD20}"/>
          </ac:spMkLst>
        </pc:spChg>
        <pc:spChg chg="mod">
          <ac:chgData name="Honnore, Loic" userId="58153c04-8a3a-49f3-9566-5fc8cb2a18b2" providerId="ADAL" clId="{3E39C2D3-9B0D-4510-A578-EF8BC84DBB97}" dt="2023-11-14T11:31:08.469" v="798"/>
          <ac:spMkLst>
            <pc:docMk/>
            <pc:sldMk cId="2577362313" sldId="3240"/>
            <ac:spMk id="89" creationId="{6446C006-8E93-7FC0-75FD-EA8F2946F0F0}"/>
          </ac:spMkLst>
        </pc:spChg>
        <pc:spChg chg="mod">
          <ac:chgData name="Honnore, Loic" userId="58153c04-8a3a-49f3-9566-5fc8cb2a18b2" providerId="ADAL" clId="{3E39C2D3-9B0D-4510-A578-EF8BC84DBB97}" dt="2023-11-14T11:31:08.469" v="798"/>
          <ac:spMkLst>
            <pc:docMk/>
            <pc:sldMk cId="2577362313" sldId="3240"/>
            <ac:spMk id="90" creationId="{F8E19DE4-F8B1-D5F4-E20E-928001C470F2}"/>
          </ac:spMkLst>
        </pc:spChg>
        <pc:spChg chg="mod">
          <ac:chgData name="Honnore, Loic" userId="58153c04-8a3a-49f3-9566-5fc8cb2a18b2" providerId="ADAL" clId="{3E39C2D3-9B0D-4510-A578-EF8BC84DBB97}" dt="2023-11-14T11:31:08.469" v="798"/>
          <ac:spMkLst>
            <pc:docMk/>
            <pc:sldMk cId="2577362313" sldId="3240"/>
            <ac:spMk id="91" creationId="{8840B6B2-8D64-B077-0828-68B65E45F493}"/>
          </ac:spMkLst>
        </pc:spChg>
        <pc:spChg chg="mod">
          <ac:chgData name="Honnore, Loic" userId="58153c04-8a3a-49f3-9566-5fc8cb2a18b2" providerId="ADAL" clId="{3E39C2D3-9B0D-4510-A578-EF8BC84DBB97}" dt="2023-11-14T11:31:08.469" v="798"/>
          <ac:spMkLst>
            <pc:docMk/>
            <pc:sldMk cId="2577362313" sldId="3240"/>
            <ac:spMk id="92" creationId="{153BC179-C99E-BE69-BFB5-DD4843AA564E}"/>
          </ac:spMkLst>
        </pc:spChg>
        <pc:spChg chg="mod">
          <ac:chgData name="Honnore, Loic" userId="58153c04-8a3a-49f3-9566-5fc8cb2a18b2" providerId="ADAL" clId="{3E39C2D3-9B0D-4510-A578-EF8BC84DBB97}" dt="2023-11-14T11:31:08.469" v="798"/>
          <ac:spMkLst>
            <pc:docMk/>
            <pc:sldMk cId="2577362313" sldId="3240"/>
            <ac:spMk id="94" creationId="{DC23BF15-2AE3-CD71-9A63-5672BD99A0CC}"/>
          </ac:spMkLst>
        </pc:spChg>
        <pc:spChg chg="mod">
          <ac:chgData name="Honnore, Loic" userId="58153c04-8a3a-49f3-9566-5fc8cb2a18b2" providerId="ADAL" clId="{3E39C2D3-9B0D-4510-A578-EF8BC84DBB97}" dt="2023-11-14T11:31:08.469" v="798"/>
          <ac:spMkLst>
            <pc:docMk/>
            <pc:sldMk cId="2577362313" sldId="3240"/>
            <ac:spMk id="95" creationId="{7ACA825E-F2F0-F492-8B5D-0401F0A17638}"/>
          </ac:spMkLst>
        </pc:spChg>
        <pc:spChg chg="mod">
          <ac:chgData name="Honnore, Loic" userId="58153c04-8a3a-49f3-9566-5fc8cb2a18b2" providerId="ADAL" clId="{3E39C2D3-9B0D-4510-A578-EF8BC84DBB97}" dt="2023-11-14T11:31:08.469" v="798"/>
          <ac:spMkLst>
            <pc:docMk/>
            <pc:sldMk cId="2577362313" sldId="3240"/>
            <ac:spMk id="96" creationId="{5608588A-E327-3866-64D7-781E3753AA0C}"/>
          </ac:spMkLst>
        </pc:spChg>
        <pc:spChg chg="mod">
          <ac:chgData name="Honnore, Loic" userId="58153c04-8a3a-49f3-9566-5fc8cb2a18b2" providerId="ADAL" clId="{3E39C2D3-9B0D-4510-A578-EF8BC84DBB97}" dt="2023-11-14T11:31:08.469" v="798"/>
          <ac:spMkLst>
            <pc:docMk/>
            <pc:sldMk cId="2577362313" sldId="3240"/>
            <ac:spMk id="98" creationId="{FDC5A7D3-8E61-3502-FB65-EF6E27A881B2}"/>
          </ac:spMkLst>
        </pc:spChg>
        <pc:spChg chg="mod">
          <ac:chgData name="Honnore, Loic" userId="58153c04-8a3a-49f3-9566-5fc8cb2a18b2" providerId="ADAL" clId="{3E39C2D3-9B0D-4510-A578-EF8BC84DBB97}" dt="2023-11-14T11:31:08.469" v="798"/>
          <ac:spMkLst>
            <pc:docMk/>
            <pc:sldMk cId="2577362313" sldId="3240"/>
            <ac:spMk id="99" creationId="{D929AD06-FF38-2802-BC1F-6B3870A6A026}"/>
          </ac:spMkLst>
        </pc:spChg>
        <pc:spChg chg="mod">
          <ac:chgData name="Honnore, Loic" userId="58153c04-8a3a-49f3-9566-5fc8cb2a18b2" providerId="ADAL" clId="{3E39C2D3-9B0D-4510-A578-EF8BC84DBB97}" dt="2023-11-14T11:31:08.469" v="798"/>
          <ac:spMkLst>
            <pc:docMk/>
            <pc:sldMk cId="2577362313" sldId="3240"/>
            <ac:spMk id="100" creationId="{D3B24C0B-CCA3-2828-09BC-72370B4C3555}"/>
          </ac:spMkLst>
        </pc:spChg>
        <pc:spChg chg="mod">
          <ac:chgData name="Honnore, Loic" userId="58153c04-8a3a-49f3-9566-5fc8cb2a18b2" providerId="ADAL" clId="{3E39C2D3-9B0D-4510-A578-EF8BC84DBB97}" dt="2023-11-14T11:31:08.469" v="798"/>
          <ac:spMkLst>
            <pc:docMk/>
            <pc:sldMk cId="2577362313" sldId="3240"/>
            <ac:spMk id="101" creationId="{5BA04A63-F7A9-CD7E-DA16-0FC85A1D9297}"/>
          </ac:spMkLst>
        </pc:spChg>
        <pc:spChg chg="mod">
          <ac:chgData name="Honnore, Loic" userId="58153c04-8a3a-49f3-9566-5fc8cb2a18b2" providerId="ADAL" clId="{3E39C2D3-9B0D-4510-A578-EF8BC84DBB97}" dt="2023-11-14T11:31:08.469" v="798"/>
          <ac:spMkLst>
            <pc:docMk/>
            <pc:sldMk cId="2577362313" sldId="3240"/>
            <ac:spMk id="103" creationId="{EF67A7A6-07EB-C7A6-54D9-2934A8523D82}"/>
          </ac:spMkLst>
        </pc:spChg>
        <pc:spChg chg="mod">
          <ac:chgData name="Honnore, Loic" userId="58153c04-8a3a-49f3-9566-5fc8cb2a18b2" providerId="ADAL" clId="{3E39C2D3-9B0D-4510-A578-EF8BC84DBB97}" dt="2023-11-14T11:31:08.469" v="798"/>
          <ac:spMkLst>
            <pc:docMk/>
            <pc:sldMk cId="2577362313" sldId="3240"/>
            <ac:spMk id="104" creationId="{5A746D4C-B66C-3CA9-A9C7-78FF9750301C}"/>
          </ac:spMkLst>
        </pc:spChg>
        <pc:spChg chg="mod">
          <ac:chgData name="Honnore, Loic" userId="58153c04-8a3a-49f3-9566-5fc8cb2a18b2" providerId="ADAL" clId="{3E39C2D3-9B0D-4510-A578-EF8BC84DBB97}" dt="2023-11-14T11:31:08.469" v="798"/>
          <ac:spMkLst>
            <pc:docMk/>
            <pc:sldMk cId="2577362313" sldId="3240"/>
            <ac:spMk id="105" creationId="{4BB1ABD0-7560-8C3F-387D-A6AC29AA3687}"/>
          </ac:spMkLst>
        </pc:spChg>
        <pc:spChg chg="mod">
          <ac:chgData name="Honnore, Loic" userId="58153c04-8a3a-49f3-9566-5fc8cb2a18b2" providerId="ADAL" clId="{3E39C2D3-9B0D-4510-A578-EF8BC84DBB97}" dt="2023-11-14T11:31:08.469" v="798"/>
          <ac:spMkLst>
            <pc:docMk/>
            <pc:sldMk cId="2577362313" sldId="3240"/>
            <ac:spMk id="107" creationId="{FF8FE307-300C-E773-0E03-D4F3B95D32A3}"/>
          </ac:spMkLst>
        </pc:spChg>
        <pc:spChg chg="mod">
          <ac:chgData name="Honnore, Loic" userId="58153c04-8a3a-49f3-9566-5fc8cb2a18b2" providerId="ADAL" clId="{3E39C2D3-9B0D-4510-A578-EF8BC84DBB97}" dt="2023-11-14T11:31:08.469" v="798"/>
          <ac:spMkLst>
            <pc:docMk/>
            <pc:sldMk cId="2577362313" sldId="3240"/>
            <ac:spMk id="108" creationId="{7B5D5207-DB02-C7BA-F5FD-F0347F4A2D27}"/>
          </ac:spMkLst>
        </pc:spChg>
        <pc:spChg chg="mod">
          <ac:chgData name="Honnore, Loic" userId="58153c04-8a3a-49f3-9566-5fc8cb2a18b2" providerId="ADAL" clId="{3E39C2D3-9B0D-4510-A578-EF8BC84DBB97}" dt="2023-11-14T11:31:08.469" v="798"/>
          <ac:spMkLst>
            <pc:docMk/>
            <pc:sldMk cId="2577362313" sldId="3240"/>
            <ac:spMk id="109" creationId="{850832BE-FEFA-F486-E365-9D763F0CA352}"/>
          </ac:spMkLst>
        </pc:spChg>
        <pc:spChg chg="mod">
          <ac:chgData name="Honnore, Loic" userId="58153c04-8a3a-49f3-9566-5fc8cb2a18b2" providerId="ADAL" clId="{3E39C2D3-9B0D-4510-A578-EF8BC84DBB97}" dt="2023-11-14T11:31:08.469" v="798"/>
          <ac:spMkLst>
            <pc:docMk/>
            <pc:sldMk cId="2577362313" sldId="3240"/>
            <ac:spMk id="110" creationId="{A8EBA3DA-36F5-141B-7970-A3CFE57F5437}"/>
          </ac:spMkLst>
        </pc:spChg>
        <pc:spChg chg="mod">
          <ac:chgData name="Honnore, Loic" userId="58153c04-8a3a-49f3-9566-5fc8cb2a18b2" providerId="ADAL" clId="{3E39C2D3-9B0D-4510-A578-EF8BC84DBB97}" dt="2023-11-14T11:31:08.469" v="798"/>
          <ac:spMkLst>
            <pc:docMk/>
            <pc:sldMk cId="2577362313" sldId="3240"/>
            <ac:spMk id="112" creationId="{39851ED2-AD19-56AC-9124-8BA91EE749CC}"/>
          </ac:spMkLst>
        </pc:spChg>
        <pc:spChg chg="mod">
          <ac:chgData name="Honnore, Loic" userId="58153c04-8a3a-49f3-9566-5fc8cb2a18b2" providerId="ADAL" clId="{3E39C2D3-9B0D-4510-A578-EF8BC84DBB97}" dt="2023-11-14T11:31:08.469" v="798"/>
          <ac:spMkLst>
            <pc:docMk/>
            <pc:sldMk cId="2577362313" sldId="3240"/>
            <ac:spMk id="113" creationId="{A8691455-602C-F4F3-98F7-CD799A401420}"/>
          </ac:spMkLst>
        </pc:spChg>
        <pc:spChg chg="mod">
          <ac:chgData name="Honnore, Loic" userId="58153c04-8a3a-49f3-9566-5fc8cb2a18b2" providerId="ADAL" clId="{3E39C2D3-9B0D-4510-A578-EF8BC84DBB97}" dt="2023-11-14T11:31:08.469" v="798"/>
          <ac:spMkLst>
            <pc:docMk/>
            <pc:sldMk cId="2577362313" sldId="3240"/>
            <ac:spMk id="114" creationId="{B419119D-DA33-6555-D3DE-02D65BE4AF5E}"/>
          </ac:spMkLst>
        </pc:spChg>
        <pc:spChg chg="add del mod">
          <ac:chgData name="Honnore, Loic" userId="58153c04-8a3a-49f3-9566-5fc8cb2a18b2" providerId="ADAL" clId="{3E39C2D3-9B0D-4510-A578-EF8BC84DBB97}" dt="2023-11-14T13:07:58.840" v="1276" actId="478"/>
          <ac:spMkLst>
            <pc:docMk/>
            <pc:sldMk cId="2577362313" sldId="3240"/>
            <ac:spMk id="115" creationId="{769D494A-569A-2576-B640-802CC70F5F25}"/>
          </ac:spMkLst>
        </pc:spChg>
        <pc:spChg chg="mod">
          <ac:chgData name="Honnore, Loic" userId="58153c04-8a3a-49f3-9566-5fc8cb2a18b2" providerId="ADAL" clId="{3E39C2D3-9B0D-4510-A578-EF8BC84DBB97}" dt="2023-11-14T13:07:49.196" v="1272"/>
          <ac:spMkLst>
            <pc:docMk/>
            <pc:sldMk cId="2577362313" sldId="3240"/>
            <ac:spMk id="117" creationId="{6CC6B6EC-4D1C-4138-D5CB-C10A949B4601}"/>
          </ac:spMkLst>
        </pc:spChg>
        <pc:spChg chg="mod">
          <ac:chgData name="Honnore, Loic" userId="58153c04-8a3a-49f3-9566-5fc8cb2a18b2" providerId="ADAL" clId="{3E39C2D3-9B0D-4510-A578-EF8BC84DBB97}" dt="2023-11-14T13:07:49.196" v="1272"/>
          <ac:spMkLst>
            <pc:docMk/>
            <pc:sldMk cId="2577362313" sldId="3240"/>
            <ac:spMk id="118" creationId="{F9FCE303-27D5-D00C-4225-57EBD99FA783}"/>
          </ac:spMkLst>
        </pc:spChg>
        <pc:spChg chg="mod">
          <ac:chgData name="Honnore, Loic" userId="58153c04-8a3a-49f3-9566-5fc8cb2a18b2" providerId="ADAL" clId="{3E39C2D3-9B0D-4510-A578-EF8BC84DBB97}" dt="2023-11-14T13:07:49.196" v="1272"/>
          <ac:spMkLst>
            <pc:docMk/>
            <pc:sldMk cId="2577362313" sldId="3240"/>
            <ac:spMk id="119" creationId="{7475FC67-99E1-CB5F-3E49-7BDC79BB4148}"/>
          </ac:spMkLst>
        </pc:spChg>
        <pc:spChg chg="mod">
          <ac:chgData name="Honnore, Loic" userId="58153c04-8a3a-49f3-9566-5fc8cb2a18b2" providerId="ADAL" clId="{3E39C2D3-9B0D-4510-A578-EF8BC84DBB97}" dt="2023-11-14T13:07:49.196" v="1272"/>
          <ac:spMkLst>
            <pc:docMk/>
            <pc:sldMk cId="2577362313" sldId="3240"/>
            <ac:spMk id="120" creationId="{4DE5DD92-A8E7-326B-B4F0-171DECD96B34}"/>
          </ac:spMkLst>
        </pc:spChg>
        <pc:spChg chg="mod">
          <ac:chgData name="Honnore, Loic" userId="58153c04-8a3a-49f3-9566-5fc8cb2a18b2" providerId="ADAL" clId="{3E39C2D3-9B0D-4510-A578-EF8BC84DBB97}" dt="2023-11-14T13:07:49.196" v="1272"/>
          <ac:spMkLst>
            <pc:docMk/>
            <pc:sldMk cId="2577362313" sldId="3240"/>
            <ac:spMk id="122" creationId="{29F87E79-D403-9D49-B79B-150E8EB5EE48}"/>
          </ac:spMkLst>
        </pc:spChg>
        <pc:spChg chg="mod">
          <ac:chgData name="Honnore, Loic" userId="58153c04-8a3a-49f3-9566-5fc8cb2a18b2" providerId="ADAL" clId="{3E39C2D3-9B0D-4510-A578-EF8BC84DBB97}" dt="2023-11-14T13:07:49.196" v="1272"/>
          <ac:spMkLst>
            <pc:docMk/>
            <pc:sldMk cId="2577362313" sldId="3240"/>
            <ac:spMk id="123" creationId="{1F305E06-EAEC-DC86-3A76-C0E067223C54}"/>
          </ac:spMkLst>
        </pc:spChg>
        <pc:spChg chg="mod">
          <ac:chgData name="Honnore, Loic" userId="58153c04-8a3a-49f3-9566-5fc8cb2a18b2" providerId="ADAL" clId="{3E39C2D3-9B0D-4510-A578-EF8BC84DBB97}" dt="2023-11-14T13:07:49.196" v="1272"/>
          <ac:spMkLst>
            <pc:docMk/>
            <pc:sldMk cId="2577362313" sldId="3240"/>
            <ac:spMk id="124" creationId="{B15506AF-3C9E-CA52-4757-3FA0737F7DF5}"/>
          </ac:spMkLst>
        </pc:spChg>
        <pc:spChg chg="mod">
          <ac:chgData name="Honnore, Loic" userId="58153c04-8a3a-49f3-9566-5fc8cb2a18b2" providerId="ADAL" clId="{3E39C2D3-9B0D-4510-A578-EF8BC84DBB97}" dt="2023-11-14T13:07:49.196" v="1272"/>
          <ac:spMkLst>
            <pc:docMk/>
            <pc:sldMk cId="2577362313" sldId="3240"/>
            <ac:spMk id="126" creationId="{18222499-1F0F-5377-7429-85F46CF8EB18}"/>
          </ac:spMkLst>
        </pc:spChg>
        <pc:spChg chg="mod">
          <ac:chgData name="Honnore, Loic" userId="58153c04-8a3a-49f3-9566-5fc8cb2a18b2" providerId="ADAL" clId="{3E39C2D3-9B0D-4510-A578-EF8BC84DBB97}" dt="2023-11-14T13:07:49.196" v="1272"/>
          <ac:spMkLst>
            <pc:docMk/>
            <pc:sldMk cId="2577362313" sldId="3240"/>
            <ac:spMk id="127" creationId="{69128234-D23C-FD1F-8FE0-A2B5E0D33A05}"/>
          </ac:spMkLst>
        </pc:spChg>
        <pc:spChg chg="mod">
          <ac:chgData name="Honnore, Loic" userId="58153c04-8a3a-49f3-9566-5fc8cb2a18b2" providerId="ADAL" clId="{3E39C2D3-9B0D-4510-A578-EF8BC84DBB97}" dt="2023-11-14T13:07:49.196" v="1272"/>
          <ac:spMkLst>
            <pc:docMk/>
            <pc:sldMk cId="2577362313" sldId="3240"/>
            <ac:spMk id="128" creationId="{E2F2D575-AEB6-2CAC-93F5-E2EC53132371}"/>
          </ac:spMkLst>
        </pc:spChg>
        <pc:spChg chg="mod">
          <ac:chgData name="Honnore, Loic" userId="58153c04-8a3a-49f3-9566-5fc8cb2a18b2" providerId="ADAL" clId="{3E39C2D3-9B0D-4510-A578-EF8BC84DBB97}" dt="2023-11-14T13:07:49.196" v="1272"/>
          <ac:spMkLst>
            <pc:docMk/>
            <pc:sldMk cId="2577362313" sldId="3240"/>
            <ac:spMk id="129" creationId="{FC521839-220F-FA86-E89D-D7B00A4CA905}"/>
          </ac:spMkLst>
        </pc:spChg>
        <pc:spChg chg="mod">
          <ac:chgData name="Honnore, Loic" userId="58153c04-8a3a-49f3-9566-5fc8cb2a18b2" providerId="ADAL" clId="{3E39C2D3-9B0D-4510-A578-EF8BC84DBB97}" dt="2023-11-14T13:07:49.196" v="1272"/>
          <ac:spMkLst>
            <pc:docMk/>
            <pc:sldMk cId="2577362313" sldId="3240"/>
            <ac:spMk id="131" creationId="{E5FA0C98-E1B1-526B-9479-8E03F0B579C6}"/>
          </ac:spMkLst>
        </pc:spChg>
        <pc:spChg chg="mod">
          <ac:chgData name="Honnore, Loic" userId="58153c04-8a3a-49f3-9566-5fc8cb2a18b2" providerId="ADAL" clId="{3E39C2D3-9B0D-4510-A578-EF8BC84DBB97}" dt="2023-11-14T13:07:49.196" v="1272"/>
          <ac:spMkLst>
            <pc:docMk/>
            <pc:sldMk cId="2577362313" sldId="3240"/>
            <ac:spMk id="132" creationId="{C798DFAE-45BA-7819-9A76-6FD577CFA1D9}"/>
          </ac:spMkLst>
        </pc:spChg>
        <pc:spChg chg="mod">
          <ac:chgData name="Honnore, Loic" userId="58153c04-8a3a-49f3-9566-5fc8cb2a18b2" providerId="ADAL" clId="{3E39C2D3-9B0D-4510-A578-EF8BC84DBB97}" dt="2023-11-14T13:07:49.196" v="1272"/>
          <ac:spMkLst>
            <pc:docMk/>
            <pc:sldMk cId="2577362313" sldId="3240"/>
            <ac:spMk id="133" creationId="{9079B23C-76AE-B9AA-52FC-E6767F0FE10D}"/>
          </ac:spMkLst>
        </pc:spChg>
        <pc:spChg chg="mod">
          <ac:chgData name="Honnore, Loic" userId="58153c04-8a3a-49f3-9566-5fc8cb2a18b2" providerId="ADAL" clId="{3E39C2D3-9B0D-4510-A578-EF8BC84DBB97}" dt="2023-11-14T13:07:49.196" v="1272"/>
          <ac:spMkLst>
            <pc:docMk/>
            <pc:sldMk cId="2577362313" sldId="3240"/>
            <ac:spMk id="135" creationId="{94C7A0DC-5883-FAE5-3B3E-B63785749B78}"/>
          </ac:spMkLst>
        </pc:spChg>
        <pc:spChg chg="mod">
          <ac:chgData name="Honnore, Loic" userId="58153c04-8a3a-49f3-9566-5fc8cb2a18b2" providerId="ADAL" clId="{3E39C2D3-9B0D-4510-A578-EF8BC84DBB97}" dt="2023-11-14T13:07:49.196" v="1272"/>
          <ac:spMkLst>
            <pc:docMk/>
            <pc:sldMk cId="2577362313" sldId="3240"/>
            <ac:spMk id="136" creationId="{19A5FF9D-DD8B-7EAC-82CA-71D19B9EF2FF}"/>
          </ac:spMkLst>
        </pc:spChg>
        <pc:spChg chg="mod">
          <ac:chgData name="Honnore, Loic" userId="58153c04-8a3a-49f3-9566-5fc8cb2a18b2" providerId="ADAL" clId="{3E39C2D3-9B0D-4510-A578-EF8BC84DBB97}" dt="2023-11-14T13:07:49.196" v="1272"/>
          <ac:spMkLst>
            <pc:docMk/>
            <pc:sldMk cId="2577362313" sldId="3240"/>
            <ac:spMk id="137" creationId="{52C02E53-3F1E-1678-C870-EE5BEE7D8834}"/>
          </ac:spMkLst>
        </pc:spChg>
        <pc:spChg chg="mod">
          <ac:chgData name="Honnore, Loic" userId="58153c04-8a3a-49f3-9566-5fc8cb2a18b2" providerId="ADAL" clId="{3E39C2D3-9B0D-4510-A578-EF8BC84DBB97}" dt="2023-11-14T13:07:49.196" v="1272"/>
          <ac:spMkLst>
            <pc:docMk/>
            <pc:sldMk cId="2577362313" sldId="3240"/>
            <ac:spMk id="138" creationId="{776A8A9C-A830-4899-4DFD-C543C66DF7D8}"/>
          </ac:spMkLst>
        </pc:spChg>
        <pc:spChg chg="mod">
          <ac:chgData name="Honnore, Loic" userId="58153c04-8a3a-49f3-9566-5fc8cb2a18b2" providerId="ADAL" clId="{3E39C2D3-9B0D-4510-A578-EF8BC84DBB97}" dt="2023-11-14T13:07:49.196" v="1272"/>
          <ac:spMkLst>
            <pc:docMk/>
            <pc:sldMk cId="2577362313" sldId="3240"/>
            <ac:spMk id="140" creationId="{156731B0-A403-7BFB-0131-626717E0D4CC}"/>
          </ac:spMkLst>
        </pc:spChg>
        <pc:spChg chg="mod">
          <ac:chgData name="Honnore, Loic" userId="58153c04-8a3a-49f3-9566-5fc8cb2a18b2" providerId="ADAL" clId="{3E39C2D3-9B0D-4510-A578-EF8BC84DBB97}" dt="2023-11-14T13:07:49.196" v="1272"/>
          <ac:spMkLst>
            <pc:docMk/>
            <pc:sldMk cId="2577362313" sldId="3240"/>
            <ac:spMk id="141" creationId="{76B88AB5-F3A4-6FC4-B6CE-B668FAD82812}"/>
          </ac:spMkLst>
        </pc:spChg>
        <pc:spChg chg="mod">
          <ac:chgData name="Honnore, Loic" userId="58153c04-8a3a-49f3-9566-5fc8cb2a18b2" providerId="ADAL" clId="{3E39C2D3-9B0D-4510-A578-EF8BC84DBB97}" dt="2023-11-14T13:07:49.196" v="1272"/>
          <ac:spMkLst>
            <pc:docMk/>
            <pc:sldMk cId="2577362313" sldId="3240"/>
            <ac:spMk id="142" creationId="{A2D5D814-F51D-E5DD-8E95-8E367628DEDF}"/>
          </ac:spMkLst>
        </pc:spChg>
        <pc:spChg chg="mod">
          <ac:chgData name="Honnore, Loic" userId="58153c04-8a3a-49f3-9566-5fc8cb2a18b2" providerId="ADAL" clId="{3E39C2D3-9B0D-4510-A578-EF8BC84DBB97}" dt="2023-11-14T13:07:49.196" v="1272"/>
          <ac:spMkLst>
            <pc:docMk/>
            <pc:sldMk cId="2577362313" sldId="3240"/>
            <ac:spMk id="144" creationId="{DBA5C083-0E77-696E-2F6A-30165155B49D}"/>
          </ac:spMkLst>
        </pc:spChg>
        <pc:spChg chg="mod">
          <ac:chgData name="Honnore, Loic" userId="58153c04-8a3a-49f3-9566-5fc8cb2a18b2" providerId="ADAL" clId="{3E39C2D3-9B0D-4510-A578-EF8BC84DBB97}" dt="2023-11-14T13:07:49.196" v="1272"/>
          <ac:spMkLst>
            <pc:docMk/>
            <pc:sldMk cId="2577362313" sldId="3240"/>
            <ac:spMk id="145" creationId="{F894905D-257A-C59B-2A82-F03D70813600}"/>
          </ac:spMkLst>
        </pc:spChg>
        <pc:spChg chg="mod">
          <ac:chgData name="Honnore, Loic" userId="58153c04-8a3a-49f3-9566-5fc8cb2a18b2" providerId="ADAL" clId="{3E39C2D3-9B0D-4510-A578-EF8BC84DBB97}" dt="2023-11-14T13:07:49.196" v="1272"/>
          <ac:spMkLst>
            <pc:docMk/>
            <pc:sldMk cId="2577362313" sldId="3240"/>
            <ac:spMk id="146" creationId="{3D52A1C6-E8E2-0C4E-EB15-4F9A04CFE086}"/>
          </ac:spMkLst>
        </pc:spChg>
        <pc:spChg chg="mod">
          <ac:chgData name="Honnore, Loic" userId="58153c04-8a3a-49f3-9566-5fc8cb2a18b2" providerId="ADAL" clId="{3E39C2D3-9B0D-4510-A578-EF8BC84DBB97}" dt="2023-11-14T13:07:49.196" v="1272"/>
          <ac:spMkLst>
            <pc:docMk/>
            <pc:sldMk cId="2577362313" sldId="3240"/>
            <ac:spMk id="147" creationId="{20FA646A-D3A2-DE17-60C1-A79F56681FE7}"/>
          </ac:spMkLst>
        </pc:spChg>
        <pc:spChg chg="mod">
          <ac:chgData name="Honnore, Loic" userId="58153c04-8a3a-49f3-9566-5fc8cb2a18b2" providerId="ADAL" clId="{3E39C2D3-9B0D-4510-A578-EF8BC84DBB97}" dt="2023-11-14T13:07:49.196" v="1272"/>
          <ac:spMkLst>
            <pc:docMk/>
            <pc:sldMk cId="2577362313" sldId="3240"/>
            <ac:spMk id="149" creationId="{CE632499-1CAB-7A93-EFD2-2E3874E6F5D2}"/>
          </ac:spMkLst>
        </pc:spChg>
        <pc:spChg chg="mod">
          <ac:chgData name="Honnore, Loic" userId="58153c04-8a3a-49f3-9566-5fc8cb2a18b2" providerId="ADAL" clId="{3E39C2D3-9B0D-4510-A578-EF8BC84DBB97}" dt="2023-11-14T13:07:49.196" v="1272"/>
          <ac:spMkLst>
            <pc:docMk/>
            <pc:sldMk cId="2577362313" sldId="3240"/>
            <ac:spMk id="150" creationId="{ACFBE311-73D6-D527-92E8-633EB8F434FD}"/>
          </ac:spMkLst>
        </pc:spChg>
        <pc:spChg chg="mod">
          <ac:chgData name="Honnore, Loic" userId="58153c04-8a3a-49f3-9566-5fc8cb2a18b2" providerId="ADAL" clId="{3E39C2D3-9B0D-4510-A578-EF8BC84DBB97}" dt="2023-11-14T13:07:49.196" v="1272"/>
          <ac:spMkLst>
            <pc:docMk/>
            <pc:sldMk cId="2577362313" sldId="3240"/>
            <ac:spMk id="151" creationId="{DEB66A06-1BD6-B242-8AAC-828C17AF1188}"/>
          </ac:spMkLst>
        </pc:spChg>
        <pc:spChg chg="add del mod">
          <ac:chgData name="Honnore, Loic" userId="58153c04-8a3a-49f3-9566-5fc8cb2a18b2" providerId="ADAL" clId="{3E39C2D3-9B0D-4510-A578-EF8BC84DBB97}" dt="2023-11-14T13:07:57.001" v="1275"/>
          <ac:spMkLst>
            <pc:docMk/>
            <pc:sldMk cId="2577362313" sldId="3240"/>
            <ac:spMk id="152" creationId="{0AD8228B-3080-C01C-BC3E-310768B88C32}"/>
          </ac:spMkLst>
        </pc:spChg>
        <pc:spChg chg="mod">
          <ac:chgData name="Honnore, Loic" userId="58153c04-8a3a-49f3-9566-5fc8cb2a18b2" providerId="ADAL" clId="{3E39C2D3-9B0D-4510-A578-EF8BC84DBB97}" dt="2023-11-14T13:07:54.807" v="1274"/>
          <ac:spMkLst>
            <pc:docMk/>
            <pc:sldMk cId="2577362313" sldId="3240"/>
            <ac:spMk id="154" creationId="{322D429E-C1E4-BCD6-ED7F-9C249016672F}"/>
          </ac:spMkLst>
        </pc:spChg>
        <pc:spChg chg="mod">
          <ac:chgData name="Honnore, Loic" userId="58153c04-8a3a-49f3-9566-5fc8cb2a18b2" providerId="ADAL" clId="{3E39C2D3-9B0D-4510-A578-EF8BC84DBB97}" dt="2023-11-14T13:07:54.807" v="1274"/>
          <ac:spMkLst>
            <pc:docMk/>
            <pc:sldMk cId="2577362313" sldId="3240"/>
            <ac:spMk id="155" creationId="{739416A8-317A-6C30-650D-4C7F5D74B2A6}"/>
          </ac:spMkLst>
        </pc:spChg>
        <pc:spChg chg="mod">
          <ac:chgData name="Honnore, Loic" userId="58153c04-8a3a-49f3-9566-5fc8cb2a18b2" providerId="ADAL" clId="{3E39C2D3-9B0D-4510-A578-EF8BC84DBB97}" dt="2023-11-14T13:07:54.807" v="1274"/>
          <ac:spMkLst>
            <pc:docMk/>
            <pc:sldMk cId="2577362313" sldId="3240"/>
            <ac:spMk id="156" creationId="{E62BE083-7949-6292-12DF-3732CD32AF63}"/>
          </ac:spMkLst>
        </pc:spChg>
        <pc:spChg chg="mod">
          <ac:chgData name="Honnore, Loic" userId="58153c04-8a3a-49f3-9566-5fc8cb2a18b2" providerId="ADAL" clId="{3E39C2D3-9B0D-4510-A578-EF8BC84DBB97}" dt="2023-11-14T13:07:54.807" v="1274"/>
          <ac:spMkLst>
            <pc:docMk/>
            <pc:sldMk cId="2577362313" sldId="3240"/>
            <ac:spMk id="157" creationId="{F5BF7FBF-9D2B-8D4B-9537-CBA223185B12}"/>
          </ac:spMkLst>
        </pc:spChg>
        <pc:spChg chg="mod">
          <ac:chgData name="Honnore, Loic" userId="58153c04-8a3a-49f3-9566-5fc8cb2a18b2" providerId="ADAL" clId="{3E39C2D3-9B0D-4510-A578-EF8BC84DBB97}" dt="2023-11-14T13:07:54.807" v="1274"/>
          <ac:spMkLst>
            <pc:docMk/>
            <pc:sldMk cId="2577362313" sldId="3240"/>
            <ac:spMk id="159" creationId="{B708397B-2402-4ED6-DDCE-B318FE181B2F}"/>
          </ac:spMkLst>
        </pc:spChg>
        <pc:spChg chg="mod">
          <ac:chgData name="Honnore, Loic" userId="58153c04-8a3a-49f3-9566-5fc8cb2a18b2" providerId="ADAL" clId="{3E39C2D3-9B0D-4510-A578-EF8BC84DBB97}" dt="2023-11-14T13:07:54.807" v="1274"/>
          <ac:spMkLst>
            <pc:docMk/>
            <pc:sldMk cId="2577362313" sldId="3240"/>
            <ac:spMk id="160" creationId="{F77F1846-D412-4229-4A58-4ADA1DF994E9}"/>
          </ac:spMkLst>
        </pc:spChg>
        <pc:spChg chg="mod">
          <ac:chgData name="Honnore, Loic" userId="58153c04-8a3a-49f3-9566-5fc8cb2a18b2" providerId="ADAL" clId="{3E39C2D3-9B0D-4510-A578-EF8BC84DBB97}" dt="2023-11-14T13:07:54.807" v="1274"/>
          <ac:spMkLst>
            <pc:docMk/>
            <pc:sldMk cId="2577362313" sldId="3240"/>
            <ac:spMk id="161" creationId="{B97E08CF-E727-835F-A396-8AF751B30AA6}"/>
          </ac:spMkLst>
        </pc:spChg>
        <pc:spChg chg="mod">
          <ac:chgData name="Honnore, Loic" userId="58153c04-8a3a-49f3-9566-5fc8cb2a18b2" providerId="ADAL" clId="{3E39C2D3-9B0D-4510-A578-EF8BC84DBB97}" dt="2023-11-14T13:07:54.807" v="1274"/>
          <ac:spMkLst>
            <pc:docMk/>
            <pc:sldMk cId="2577362313" sldId="3240"/>
            <ac:spMk id="163" creationId="{C4E72F08-8DD4-78AD-F91B-1A9E33F320AE}"/>
          </ac:spMkLst>
        </pc:spChg>
        <pc:spChg chg="mod">
          <ac:chgData name="Honnore, Loic" userId="58153c04-8a3a-49f3-9566-5fc8cb2a18b2" providerId="ADAL" clId="{3E39C2D3-9B0D-4510-A578-EF8BC84DBB97}" dt="2023-11-14T13:07:54.807" v="1274"/>
          <ac:spMkLst>
            <pc:docMk/>
            <pc:sldMk cId="2577362313" sldId="3240"/>
            <ac:spMk id="164" creationId="{8DFA404B-0F0C-5502-7D84-EC61F981CFA2}"/>
          </ac:spMkLst>
        </pc:spChg>
        <pc:spChg chg="mod">
          <ac:chgData name="Honnore, Loic" userId="58153c04-8a3a-49f3-9566-5fc8cb2a18b2" providerId="ADAL" clId="{3E39C2D3-9B0D-4510-A578-EF8BC84DBB97}" dt="2023-11-14T13:07:54.807" v="1274"/>
          <ac:spMkLst>
            <pc:docMk/>
            <pc:sldMk cId="2577362313" sldId="3240"/>
            <ac:spMk id="165" creationId="{542AF3FB-EA5A-DC5F-C02D-2DB290C8EA7C}"/>
          </ac:spMkLst>
        </pc:spChg>
        <pc:spChg chg="mod">
          <ac:chgData name="Honnore, Loic" userId="58153c04-8a3a-49f3-9566-5fc8cb2a18b2" providerId="ADAL" clId="{3E39C2D3-9B0D-4510-A578-EF8BC84DBB97}" dt="2023-11-14T13:07:54.807" v="1274"/>
          <ac:spMkLst>
            <pc:docMk/>
            <pc:sldMk cId="2577362313" sldId="3240"/>
            <ac:spMk id="166" creationId="{106AD6BB-7F0A-1D9C-AE62-452E557651C1}"/>
          </ac:spMkLst>
        </pc:spChg>
        <pc:spChg chg="mod">
          <ac:chgData name="Honnore, Loic" userId="58153c04-8a3a-49f3-9566-5fc8cb2a18b2" providerId="ADAL" clId="{3E39C2D3-9B0D-4510-A578-EF8BC84DBB97}" dt="2023-11-14T13:07:54.807" v="1274"/>
          <ac:spMkLst>
            <pc:docMk/>
            <pc:sldMk cId="2577362313" sldId="3240"/>
            <ac:spMk id="168" creationId="{0C0CA831-27F0-4AA1-DEEF-863A8CBEE4A4}"/>
          </ac:spMkLst>
        </pc:spChg>
        <pc:spChg chg="mod">
          <ac:chgData name="Honnore, Loic" userId="58153c04-8a3a-49f3-9566-5fc8cb2a18b2" providerId="ADAL" clId="{3E39C2D3-9B0D-4510-A578-EF8BC84DBB97}" dt="2023-11-14T13:07:54.807" v="1274"/>
          <ac:spMkLst>
            <pc:docMk/>
            <pc:sldMk cId="2577362313" sldId="3240"/>
            <ac:spMk id="169" creationId="{A55CB197-0C28-5A56-FECE-5C171DF0A290}"/>
          </ac:spMkLst>
        </pc:spChg>
        <pc:spChg chg="mod">
          <ac:chgData name="Honnore, Loic" userId="58153c04-8a3a-49f3-9566-5fc8cb2a18b2" providerId="ADAL" clId="{3E39C2D3-9B0D-4510-A578-EF8BC84DBB97}" dt="2023-11-14T13:07:54.807" v="1274"/>
          <ac:spMkLst>
            <pc:docMk/>
            <pc:sldMk cId="2577362313" sldId="3240"/>
            <ac:spMk id="170" creationId="{DCE2D3EE-89AD-2499-E3A9-87BDEE19FC71}"/>
          </ac:spMkLst>
        </pc:spChg>
        <pc:spChg chg="mod">
          <ac:chgData name="Honnore, Loic" userId="58153c04-8a3a-49f3-9566-5fc8cb2a18b2" providerId="ADAL" clId="{3E39C2D3-9B0D-4510-A578-EF8BC84DBB97}" dt="2023-11-14T13:07:54.807" v="1274"/>
          <ac:spMkLst>
            <pc:docMk/>
            <pc:sldMk cId="2577362313" sldId="3240"/>
            <ac:spMk id="172" creationId="{E26A2BF0-17A3-327A-2A7C-E508E4E29D30}"/>
          </ac:spMkLst>
        </pc:spChg>
        <pc:spChg chg="mod">
          <ac:chgData name="Honnore, Loic" userId="58153c04-8a3a-49f3-9566-5fc8cb2a18b2" providerId="ADAL" clId="{3E39C2D3-9B0D-4510-A578-EF8BC84DBB97}" dt="2023-11-14T13:07:54.807" v="1274"/>
          <ac:spMkLst>
            <pc:docMk/>
            <pc:sldMk cId="2577362313" sldId="3240"/>
            <ac:spMk id="173" creationId="{2AD63911-D655-D761-4289-94864365FE73}"/>
          </ac:spMkLst>
        </pc:spChg>
        <pc:spChg chg="mod">
          <ac:chgData name="Honnore, Loic" userId="58153c04-8a3a-49f3-9566-5fc8cb2a18b2" providerId="ADAL" clId="{3E39C2D3-9B0D-4510-A578-EF8BC84DBB97}" dt="2023-11-14T13:07:54.807" v="1274"/>
          <ac:spMkLst>
            <pc:docMk/>
            <pc:sldMk cId="2577362313" sldId="3240"/>
            <ac:spMk id="174" creationId="{B49C0F8C-6F17-15E1-2104-53A3311EF693}"/>
          </ac:spMkLst>
        </pc:spChg>
        <pc:spChg chg="mod">
          <ac:chgData name="Honnore, Loic" userId="58153c04-8a3a-49f3-9566-5fc8cb2a18b2" providerId="ADAL" clId="{3E39C2D3-9B0D-4510-A578-EF8BC84DBB97}" dt="2023-11-14T13:07:54.807" v="1274"/>
          <ac:spMkLst>
            <pc:docMk/>
            <pc:sldMk cId="2577362313" sldId="3240"/>
            <ac:spMk id="175" creationId="{86BCA3AC-C02D-F352-CF87-B7093D91BE10}"/>
          </ac:spMkLst>
        </pc:spChg>
        <pc:spChg chg="mod">
          <ac:chgData name="Honnore, Loic" userId="58153c04-8a3a-49f3-9566-5fc8cb2a18b2" providerId="ADAL" clId="{3E39C2D3-9B0D-4510-A578-EF8BC84DBB97}" dt="2023-11-14T13:07:54.807" v="1274"/>
          <ac:spMkLst>
            <pc:docMk/>
            <pc:sldMk cId="2577362313" sldId="3240"/>
            <ac:spMk id="177" creationId="{0429ACE8-A4D3-286F-1069-41BB2A909366}"/>
          </ac:spMkLst>
        </pc:spChg>
        <pc:spChg chg="mod">
          <ac:chgData name="Honnore, Loic" userId="58153c04-8a3a-49f3-9566-5fc8cb2a18b2" providerId="ADAL" clId="{3E39C2D3-9B0D-4510-A578-EF8BC84DBB97}" dt="2023-11-14T13:07:54.807" v="1274"/>
          <ac:spMkLst>
            <pc:docMk/>
            <pc:sldMk cId="2577362313" sldId="3240"/>
            <ac:spMk id="178" creationId="{A18CBEED-49C3-0B35-0281-636E806C7DD9}"/>
          </ac:spMkLst>
        </pc:spChg>
        <pc:spChg chg="mod">
          <ac:chgData name="Honnore, Loic" userId="58153c04-8a3a-49f3-9566-5fc8cb2a18b2" providerId="ADAL" clId="{3E39C2D3-9B0D-4510-A578-EF8BC84DBB97}" dt="2023-11-14T13:07:54.807" v="1274"/>
          <ac:spMkLst>
            <pc:docMk/>
            <pc:sldMk cId="2577362313" sldId="3240"/>
            <ac:spMk id="179" creationId="{F79A6EB0-B124-D7EF-0755-498A186CE13B}"/>
          </ac:spMkLst>
        </pc:spChg>
        <pc:spChg chg="mod">
          <ac:chgData name="Honnore, Loic" userId="58153c04-8a3a-49f3-9566-5fc8cb2a18b2" providerId="ADAL" clId="{3E39C2D3-9B0D-4510-A578-EF8BC84DBB97}" dt="2023-11-14T13:07:54.807" v="1274"/>
          <ac:spMkLst>
            <pc:docMk/>
            <pc:sldMk cId="2577362313" sldId="3240"/>
            <ac:spMk id="181" creationId="{C20DFD0C-91C3-3A42-1AD6-3A14A2F9F23A}"/>
          </ac:spMkLst>
        </pc:spChg>
        <pc:spChg chg="mod">
          <ac:chgData name="Honnore, Loic" userId="58153c04-8a3a-49f3-9566-5fc8cb2a18b2" providerId="ADAL" clId="{3E39C2D3-9B0D-4510-A578-EF8BC84DBB97}" dt="2023-11-14T13:07:54.807" v="1274"/>
          <ac:spMkLst>
            <pc:docMk/>
            <pc:sldMk cId="2577362313" sldId="3240"/>
            <ac:spMk id="182" creationId="{3C8775BF-00A3-68AF-743E-041383226B51}"/>
          </ac:spMkLst>
        </pc:spChg>
        <pc:spChg chg="mod">
          <ac:chgData name="Honnore, Loic" userId="58153c04-8a3a-49f3-9566-5fc8cb2a18b2" providerId="ADAL" clId="{3E39C2D3-9B0D-4510-A578-EF8BC84DBB97}" dt="2023-11-14T13:07:54.807" v="1274"/>
          <ac:spMkLst>
            <pc:docMk/>
            <pc:sldMk cId="2577362313" sldId="3240"/>
            <ac:spMk id="183" creationId="{EF873BC4-FF13-C892-CE08-748FA72DF87A}"/>
          </ac:spMkLst>
        </pc:spChg>
        <pc:spChg chg="mod">
          <ac:chgData name="Honnore, Loic" userId="58153c04-8a3a-49f3-9566-5fc8cb2a18b2" providerId="ADAL" clId="{3E39C2D3-9B0D-4510-A578-EF8BC84DBB97}" dt="2023-11-14T13:07:54.807" v="1274"/>
          <ac:spMkLst>
            <pc:docMk/>
            <pc:sldMk cId="2577362313" sldId="3240"/>
            <ac:spMk id="184" creationId="{843F010F-B412-9CA7-C9C6-B0648384A705}"/>
          </ac:spMkLst>
        </pc:spChg>
        <pc:spChg chg="mod">
          <ac:chgData name="Honnore, Loic" userId="58153c04-8a3a-49f3-9566-5fc8cb2a18b2" providerId="ADAL" clId="{3E39C2D3-9B0D-4510-A578-EF8BC84DBB97}" dt="2023-11-14T13:07:54.807" v="1274"/>
          <ac:spMkLst>
            <pc:docMk/>
            <pc:sldMk cId="2577362313" sldId="3240"/>
            <ac:spMk id="186" creationId="{E86FD990-70A9-BBF3-3221-CD40B1EAD5F3}"/>
          </ac:spMkLst>
        </pc:spChg>
        <pc:spChg chg="mod">
          <ac:chgData name="Honnore, Loic" userId="58153c04-8a3a-49f3-9566-5fc8cb2a18b2" providerId="ADAL" clId="{3E39C2D3-9B0D-4510-A578-EF8BC84DBB97}" dt="2023-11-14T13:07:54.807" v="1274"/>
          <ac:spMkLst>
            <pc:docMk/>
            <pc:sldMk cId="2577362313" sldId="3240"/>
            <ac:spMk id="187" creationId="{F766C919-38E4-0374-6F37-3C6218ED6066}"/>
          </ac:spMkLst>
        </pc:spChg>
        <pc:spChg chg="mod">
          <ac:chgData name="Honnore, Loic" userId="58153c04-8a3a-49f3-9566-5fc8cb2a18b2" providerId="ADAL" clId="{3E39C2D3-9B0D-4510-A578-EF8BC84DBB97}" dt="2023-11-14T13:07:54.807" v="1274"/>
          <ac:spMkLst>
            <pc:docMk/>
            <pc:sldMk cId="2577362313" sldId="3240"/>
            <ac:spMk id="188" creationId="{979F611C-631B-03C3-0405-0EFBF2475A32}"/>
          </ac:spMkLst>
        </pc:spChg>
        <pc:spChg chg="add del mod">
          <ac:chgData name="Honnore, Loic" userId="58153c04-8a3a-49f3-9566-5fc8cb2a18b2" providerId="ADAL" clId="{3E39C2D3-9B0D-4510-A578-EF8BC84DBB97}" dt="2023-11-14T13:08:00.990" v="1278"/>
          <ac:spMkLst>
            <pc:docMk/>
            <pc:sldMk cId="2577362313" sldId="3240"/>
            <ac:spMk id="189" creationId="{0CCF5CB2-3851-2313-C315-3E44B5E50B84}"/>
          </ac:spMkLst>
        </pc:spChg>
        <pc:spChg chg="mod">
          <ac:chgData name="Honnore, Loic" userId="58153c04-8a3a-49f3-9566-5fc8cb2a18b2" providerId="ADAL" clId="{3E39C2D3-9B0D-4510-A578-EF8BC84DBB97}" dt="2023-11-14T13:07:59.120" v="1277"/>
          <ac:spMkLst>
            <pc:docMk/>
            <pc:sldMk cId="2577362313" sldId="3240"/>
            <ac:spMk id="191" creationId="{2D42970C-F0CB-2D38-E063-352BB69DA5CA}"/>
          </ac:spMkLst>
        </pc:spChg>
        <pc:spChg chg="mod">
          <ac:chgData name="Honnore, Loic" userId="58153c04-8a3a-49f3-9566-5fc8cb2a18b2" providerId="ADAL" clId="{3E39C2D3-9B0D-4510-A578-EF8BC84DBB97}" dt="2023-11-14T13:07:59.120" v="1277"/>
          <ac:spMkLst>
            <pc:docMk/>
            <pc:sldMk cId="2577362313" sldId="3240"/>
            <ac:spMk id="192" creationId="{A10D545C-CD61-ED25-DA3A-91E8C34AC408}"/>
          </ac:spMkLst>
        </pc:spChg>
        <pc:spChg chg="mod">
          <ac:chgData name="Honnore, Loic" userId="58153c04-8a3a-49f3-9566-5fc8cb2a18b2" providerId="ADAL" clId="{3E39C2D3-9B0D-4510-A578-EF8BC84DBB97}" dt="2023-11-14T13:07:59.120" v="1277"/>
          <ac:spMkLst>
            <pc:docMk/>
            <pc:sldMk cId="2577362313" sldId="3240"/>
            <ac:spMk id="193" creationId="{1BBC264D-BFDE-DEA7-E882-A62060819395}"/>
          </ac:spMkLst>
        </pc:spChg>
        <pc:spChg chg="mod">
          <ac:chgData name="Honnore, Loic" userId="58153c04-8a3a-49f3-9566-5fc8cb2a18b2" providerId="ADAL" clId="{3E39C2D3-9B0D-4510-A578-EF8BC84DBB97}" dt="2023-11-14T13:07:59.120" v="1277"/>
          <ac:spMkLst>
            <pc:docMk/>
            <pc:sldMk cId="2577362313" sldId="3240"/>
            <ac:spMk id="194" creationId="{44A99731-EE90-262C-7185-391BA2D6E967}"/>
          </ac:spMkLst>
        </pc:spChg>
        <pc:spChg chg="mod">
          <ac:chgData name="Honnore, Loic" userId="58153c04-8a3a-49f3-9566-5fc8cb2a18b2" providerId="ADAL" clId="{3E39C2D3-9B0D-4510-A578-EF8BC84DBB97}" dt="2023-11-14T13:07:59.120" v="1277"/>
          <ac:spMkLst>
            <pc:docMk/>
            <pc:sldMk cId="2577362313" sldId="3240"/>
            <ac:spMk id="196" creationId="{613BB2E6-AA1F-4CFE-A3FE-A20B709450E2}"/>
          </ac:spMkLst>
        </pc:spChg>
        <pc:spChg chg="mod">
          <ac:chgData name="Honnore, Loic" userId="58153c04-8a3a-49f3-9566-5fc8cb2a18b2" providerId="ADAL" clId="{3E39C2D3-9B0D-4510-A578-EF8BC84DBB97}" dt="2023-11-14T13:07:59.120" v="1277"/>
          <ac:spMkLst>
            <pc:docMk/>
            <pc:sldMk cId="2577362313" sldId="3240"/>
            <ac:spMk id="197" creationId="{916B5A2C-4F3A-6FDA-F9F1-DECDB85F857D}"/>
          </ac:spMkLst>
        </pc:spChg>
        <pc:spChg chg="mod">
          <ac:chgData name="Honnore, Loic" userId="58153c04-8a3a-49f3-9566-5fc8cb2a18b2" providerId="ADAL" clId="{3E39C2D3-9B0D-4510-A578-EF8BC84DBB97}" dt="2023-11-14T13:07:59.120" v="1277"/>
          <ac:spMkLst>
            <pc:docMk/>
            <pc:sldMk cId="2577362313" sldId="3240"/>
            <ac:spMk id="198" creationId="{11B57830-06D4-DD08-DC05-C0F31874E1EB}"/>
          </ac:spMkLst>
        </pc:spChg>
        <pc:spChg chg="mod">
          <ac:chgData name="Honnore, Loic" userId="58153c04-8a3a-49f3-9566-5fc8cb2a18b2" providerId="ADAL" clId="{3E39C2D3-9B0D-4510-A578-EF8BC84DBB97}" dt="2023-11-14T13:07:59.120" v="1277"/>
          <ac:spMkLst>
            <pc:docMk/>
            <pc:sldMk cId="2577362313" sldId="3240"/>
            <ac:spMk id="200" creationId="{ECC9B5D7-9BF5-CDD9-E3FB-225A090FD622}"/>
          </ac:spMkLst>
        </pc:spChg>
        <pc:spChg chg="mod">
          <ac:chgData name="Honnore, Loic" userId="58153c04-8a3a-49f3-9566-5fc8cb2a18b2" providerId="ADAL" clId="{3E39C2D3-9B0D-4510-A578-EF8BC84DBB97}" dt="2023-11-14T13:07:59.120" v="1277"/>
          <ac:spMkLst>
            <pc:docMk/>
            <pc:sldMk cId="2577362313" sldId="3240"/>
            <ac:spMk id="201" creationId="{210C483C-5C61-2107-F55A-9E69EE03938F}"/>
          </ac:spMkLst>
        </pc:spChg>
        <pc:spChg chg="mod">
          <ac:chgData name="Honnore, Loic" userId="58153c04-8a3a-49f3-9566-5fc8cb2a18b2" providerId="ADAL" clId="{3E39C2D3-9B0D-4510-A578-EF8BC84DBB97}" dt="2023-11-14T13:07:59.120" v="1277"/>
          <ac:spMkLst>
            <pc:docMk/>
            <pc:sldMk cId="2577362313" sldId="3240"/>
            <ac:spMk id="202" creationId="{E2F4144C-593A-1A92-7763-931060216C85}"/>
          </ac:spMkLst>
        </pc:spChg>
        <pc:spChg chg="mod">
          <ac:chgData name="Honnore, Loic" userId="58153c04-8a3a-49f3-9566-5fc8cb2a18b2" providerId="ADAL" clId="{3E39C2D3-9B0D-4510-A578-EF8BC84DBB97}" dt="2023-11-14T13:07:59.120" v="1277"/>
          <ac:spMkLst>
            <pc:docMk/>
            <pc:sldMk cId="2577362313" sldId="3240"/>
            <ac:spMk id="203" creationId="{7083873F-9A51-A3B3-3B0C-C8E043C22E7E}"/>
          </ac:spMkLst>
        </pc:spChg>
        <pc:spChg chg="mod">
          <ac:chgData name="Honnore, Loic" userId="58153c04-8a3a-49f3-9566-5fc8cb2a18b2" providerId="ADAL" clId="{3E39C2D3-9B0D-4510-A578-EF8BC84DBB97}" dt="2023-11-14T13:07:59.120" v="1277"/>
          <ac:spMkLst>
            <pc:docMk/>
            <pc:sldMk cId="2577362313" sldId="3240"/>
            <ac:spMk id="205" creationId="{6D68B0D7-30E6-62D1-FD0E-FCE3ED0F505D}"/>
          </ac:spMkLst>
        </pc:spChg>
        <pc:spChg chg="mod">
          <ac:chgData name="Honnore, Loic" userId="58153c04-8a3a-49f3-9566-5fc8cb2a18b2" providerId="ADAL" clId="{3E39C2D3-9B0D-4510-A578-EF8BC84DBB97}" dt="2023-11-14T13:07:59.120" v="1277"/>
          <ac:spMkLst>
            <pc:docMk/>
            <pc:sldMk cId="2577362313" sldId="3240"/>
            <ac:spMk id="206" creationId="{2E5011AC-5FF3-CA51-82EB-A7668F78EF1E}"/>
          </ac:spMkLst>
        </pc:spChg>
        <pc:spChg chg="mod">
          <ac:chgData name="Honnore, Loic" userId="58153c04-8a3a-49f3-9566-5fc8cb2a18b2" providerId="ADAL" clId="{3E39C2D3-9B0D-4510-A578-EF8BC84DBB97}" dt="2023-11-14T13:07:59.120" v="1277"/>
          <ac:spMkLst>
            <pc:docMk/>
            <pc:sldMk cId="2577362313" sldId="3240"/>
            <ac:spMk id="207" creationId="{50E8794E-984E-1D9F-54C0-18C2F3DAA37B}"/>
          </ac:spMkLst>
        </pc:spChg>
        <pc:spChg chg="mod">
          <ac:chgData name="Honnore, Loic" userId="58153c04-8a3a-49f3-9566-5fc8cb2a18b2" providerId="ADAL" clId="{3E39C2D3-9B0D-4510-A578-EF8BC84DBB97}" dt="2023-11-14T13:07:59.120" v="1277"/>
          <ac:spMkLst>
            <pc:docMk/>
            <pc:sldMk cId="2577362313" sldId="3240"/>
            <ac:spMk id="209" creationId="{6B2D7F9C-EBD6-EFA6-F994-33A9F3C951AD}"/>
          </ac:spMkLst>
        </pc:spChg>
        <pc:spChg chg="mod">
          <ac:chgData name="Honnore, Loic" userId="58153c04-8a3a-49f3-9566-5fc8cb2a18b2" providerId="ADAL" clId="{3E39C2D3-9B0D-4510-A578-EF8BC84DBB97}" dt="2023-11-14T13:07:59.120" v="1277"/>
          <ac:spMkLst>
            <pc:docMk/>
            <pc:sldMk cId="2577362313" sldId="3240"/>
            <ac:spMk id="210" creationId="{132395FC-F1B7-0554-0BFD-B49E58651E84}"/>
          </ac:spMkLst>
        </pc:spChg>
        <pc:spChg chg="mod">
          <ac:chgData name="Honnore, Loic" userId="58153c04-8a3a-49f3-9566-5fc8cb2a18b2" providerId="ADAL" clId="{3E39C2D3-9B0D-4510-A578-EF8BC84DBB97}" dt="2023-11-14T13:07:59.120" v="1277"/>
          <ac:spMkLst>
            <pc:docMk/>
            <pc:sldMk cId="2577362313" sldId="3240"/>
            <ac:spMk id="211" creationId="{03DAA153-D369-5F9C-07BD-803AD47960A9}"/>
          </ac:spMkLst>
        </pc:spChg>
        <pc:spChg chg="mod">
          <ac:chgData name="Honnore, Loic" userId="58153c04-8a3a-49f3-9566-5fc8cb2a18b2" providerId="ADAL" clId="{3E39C2D3-9B0D-4510-A578-EF8BC84DBB97}" dt="2023-11-14T13:07:59.120" v="1277"/>
          <ac:spMkLst>
            <pc:docMk/>
            <pc:sldMk cId="2577362313" sldId="3240"/>
            <ac:spMk id="212" creationId="{3E524D84-41D3-5F4B-E8AC-ABA38522A811}"/>
          </ac:spMkLst>
        </pc:spChg>
        <pc:spChg chg="mod">
          <ac:chgData name="Honnore, Loic" userId="58153c04-8a3a-49f3-9566-5fc8cb2a18b2" providerId="ADAL" clId="{3E39C2D3-9B0D-4510-A578-EF8BC84DBB97}" dt="2023-11-14T13:07:59.120" v="1277"/>
          <ac:spMkLst>
            <pc:docMk/>
            <pc:sldMk cId="2577362313" sldId="3240"/>
            <ac:spMk id="214" creationId="{095D0DC9-2EE2-03F7-B2D0-40EB3CFBA5FB}"/>
          </ac:spMkLst>
        </pc:spChg>
        <pc:spChg chg="mod">
          <ac:chgData name="Honnore, Loic" userId="58153c04-8a3a-49f3-9566-5fc8cb2a18b2" providerId="ADAL" clId="{3E39C2D3-9B0D-4510-A578-EF8BC84DBB97}" dt="2023-11-14T13:07:59.120" v="1277"/>
          <ac:spMkLst>
            <pc:docMk/>
            <pc:sldMk cId="2577362313" sldId="3240"/>
            <ac:spMk id="215" creationId="{551FBE62-3835-17CF-A2FF-3B296DD0E394}"/>
          </ac:spMkLst>
        </pc:spChg>
        <pc:spChg chg="mod">
          <ac:chgData name="Honnore, Loic" userId="58153c04-8a3a-49f3-9566-5fc8cb2a18b2" providerId="ADAL" clId="{3E39C2D3-9B0D-4510-A578-EF8BC84DBB97}" dt="2023-11-14T13:07:59.120" v="1277"/>
          <ac:spMkLst>
            <pc:docMk/>
            <pc:sldMk cId="2577362313" sldId="3240"/>
            <ac:spMk id="216" creationId="{EB12798E-1EFC-4AC1-7A41-27AB6481E392}"/>
          </ac:spMkLst>
        </pc:spChg>
        <pc:spChg chg="mod">
          <ac:chgData name="Honnore, Loic" userId="58153c04-8a3a-49f3-9566-5fc8cb2a18b2" providerId="ADAL" clId="{3E39C2D3-9B0D-4510-A578-EF8BC84DBB97}" dt="2023-11-14T13:07:59.120" v="1277"/>
          <ac:spMkLst>
            <pc:docMk/>
            <pc:sldMk cId="2577362313" sldId="3240"/>
            <ac:spMk id="218" creationId="{138819B4-5220-FE3B-96C4-33DA1BBFBA12}"/>
          </ac:spMkLst>
        </pc:spChg>
        <pc:spChg chg="mod">
          <ac:chgData name="Honnore, Loic" userId="58153c04-8a3a-49f3-9566-5fc8cb2a18b2" providerId="ADAL" clId="{3E39C2D3-9B0D-4510-A578-EF8BC84DBB97}" dt="2023-11-14T13:07:59.120" v="1277"/>
          <ac:spMkLst>
            <pc:docMk/>
            <pc:sldMk cId="2577362313" sldId="3240"/>
            <ac:spMk id="219" creationId="{999B9608-B86B-F18A-5F21-E2A92EBE6CDF}"/>
          </ac:spMkLst>
        </pc:spChg>
        <pc:spChg chg="mod">
          <ac:chgData name="Honnore, Loic" userId="58153c04-8a3a-49f3-9566-5fc8cb2a18b2" providerId="ADAL" clId="{3E39C2D3-9B0D-4510-A578-EF8BC84DBB97}" dt="2023-11-14T13:07:59.120" v="1277"/>
          <ac:spMkLst>
            <pc:docMk/>
            <pc:sldMk cId="2577362313" sldId="3240"/>
            <ac:spMk id="220" creationId="{828C1660-96E0-75E8-7C46-56217C2FC688}"/>
          </ac:spMkLst>
        </pc:spChg>
        <pc:spChg chg="mod">
          <ac:chgData name="Honnore, Loic" userId="58153c04-8a3a-49f3-9566-5fc8cb2a18b2" providerId="ADAL" clId="{3E39C2D3-9B0D-4510-A578-EF8BC84DBB97}" dt="2023-11-14T13:07:59.120" v="1277"/>
          <ac:spMkLst>
            <pc:docMk/>
            <pc:sldMk cId="2577362313" sldId="3240"/>
            <ac:spMk id="221" creationId="{43172D72-948E-1016-7D77-C5AA6577BF21}"/>
          </ac:spMkLst>
        </pc:spChg>
        <pc:spChg chg="mod">
          <ac:chgData name="Honnore, Loic" userId="58153c04-8a3a-49f3-9566-5fc8cb2a18b2" providerId="ADAL" clId="{3E39C2D3-9B0D-4510-A578-EF8BC84DBB97}" dt="2023-11-14T13:07:59.120" v="1277"/>
          <ac:spMkLst>
            <pc:docMk/>
            <pc:sldMk cId="2577362313" sldId="3240"/>
            <ac:spMk id="223" creationId="{FEC9963F-26B4-A82A-F510-53C12EEFE27D}"/>
          </ac:spMkLst>
        </pc:spChg>
        <pc:spChg chg="mod">
          <ac:chgData name="Honnore, Loic" userId="58153c04-8a3a-49f3-9566-5fc8cb2a18b2" providerId="ADAL" clId="{3E39C2D3-9B0D-4510-A578-EF8BC84DBB97}" dt="2023-11-14T13:07:59.120" v="1277"/>
          <ac:spMkLst>
            <pc:docMk/>
            <pc:sldMk cId="2577362313" sldId="3240"/>
            <ac:spMk id="224" creationId="{10E5D98B-4D5B-11E2-6E61-06F2726E5286}"/>
          </ac:spMkLst>
        </pc:spChg>
        <pc:spChg chg="mod">
          <ac:chgData name="Honnore, Loic" userId="58153c04-8a3a-49f3-9566-5fc8cb2a18b2" providerId="ADAL" clId="{3E39C2D3-9B0D-4510-A578-EF8BC84DBB97}" dt="2023-11-14T13:07:59.120" v="1277"/>
          <ac:spMkLst>
            <pc:docMk/>
            <pc:sldMk cId="2577362313" sldId="3240"/>
            <ac:spMk id="225" creationId="{735C4F0D-DC03-FE0A-957A-763F023E63AA}"/>
          </ac:spMkLst>
        </pc:spChg>
        <pc:spChg chg="add mod">
          <ac:chgData name="Honnore, Loic" userId="58153c04-8a3a-49f3-9566-5fc8cb2a18b2" providerId="ADAL" clId="{3E39C2D3-9B0D-4510-A578-EF8BC84DBB97}" dt="2023-11-14T13:08:05.901" v="1280" actId="1076"/>
          <ac:spMkLst>
            <pc:docMk/>
            <pc:sldMk cId="2577362313" sldId="3240"/>
            <ac:spMk id="226" creationId="{8D9D6759-3C0E-0EA3-F330-83AD419FDF45}"/>
          </ac:spMkLst>
        </pc:spChg>
        <pc:spChg chg="mod">
          <ac:chgData name="Honnore, Loic" userId="58153c04-8a3a-49f3-9566-5fc8cb2a18b2" providerId="ADAL" clId="{3E39C2D3-9B0D-4510-A578-EF8BC84DBB97}" dt="2023-11-14T13:08:01.014" v="1279"/>
          <ac:spMkLst>
            <pc:docMk/>
            <pc:sldMk cId="2577362313" sldId="3240"/>
            <ac:spMk id="228" creationId="{520501F2-20B2-2E16-80D3-CEA4B2C2DEA2}"/>
          </ac:spMkLst>
        </pc:spChg>
        <pc:spChg chg="mod">
          <ac:chgData name="Honnore, Loic" userId="58153c04-8a3a-49f3-9566-5fc8cb2a18b2" providerId="ADAL" clId="{3E39C2D3-9B0D-4510-A578-EF8BC84DBB97}" dt="2023-11-14T13:08:01.014" v="1279"/>
          <ac:spMkLst>
            <pc:docMk/>
            <pc:sldMk cId="2577362313" sldId="3240"/>
            <ac:spMk id="229" creationId="{41A5494D-F18A-9B81-ADEF-3648ABFFCEAF}"/>
          </ac:spMkLst>
        </pc:spChg>
        <pc:spChg chg="mod">
          <ac:chgData name="Honnore, Loic" userId="58153c04-8a3a-49f3-9566-5fc8cb2a18b2" providerId="ADAL" clId="{3E39C2D3-9B0D-4510-A578-EF8BC84DBB97}" dt="2023-11-14T13:08:01.014" v="1279"/>
          <ac:spMkLst>
            <pc:docMk/>
            <pc:sldMk cId="2577362313" sldId="3240"/>
            <ac:spMk id="230" creationId="{6DBF04B7-89B3-2E98-6192-C0991623DADE}"/>
          </ac:spMkLst>
        </pc:spChg>
        <pc:spChg chg="mod">
          <ac:chgData name="Honnore, Loic" userId="58153c04-8a3a-49f3-9566-5fc8cb2a18b2" providerId="ADAL" clId="{3E39C2D3-9B0D-4510-A578-EF8BC84DBB97}" dt="2023-11-14T13:08:01.014" v="1279"/>
          <ac:spMkLst>
            <pc:docMk/>
            <pc:sldMk cId="2577362313" sldId="3240"/>
            <ac:spMk id="231" creationId="{5485F1A6-6697-60D3-D949-E495615833E2}"/>
          </ac:spMkLst>
        </pc:spChg>
        <pc:spChg chg="mod">
          <ac:chgData name="Honnore, Loic" userId="58153c04-8a3a-49f3-9566-5fc8cb2a18b2" providerId="ADAL" clId="{3E39C2D3-9B0D-4510-A578-EF8BC84DBB97}" dt="2023-11-14T13:08:01.014" v="1279"/>
          <ac:spMkLst>
            <pc:docMk/>
            <pc:sldMk cId="2577362313" sldId="3240"/>
            <ac:spMk id="233" creationId="{6389AEAD-0F1F-F44E-D63F-13422A908112}"/>
          </ac:spMkLst>
        </pc:spChg>
        <pc:spChg chg="mod">
          <ac:chgData name="Honnore, Loic" userId="58153c04-8a3a-49f3-9566-5fc8cb2a18b2" providerId="ADAL" clId="{3E39C2D3-9B0D-4510-A578-EF8BC84DBB97}" dt="2023-11-14T13:08:01.014" v="1279"/>
          <ac:spMkLst>
            <pc:docMk/>
            <pc:sldMk cId="2577362313" sldId="3240"/>
            <ac:spMk id="234" creationId="{4874DCFA-BCAD-4CB3-40FD-0B37B74E095E}"/>
          </ac:spMkLst>
        </pc:spChg>
        <pc:spChg chg="mod">
          <ac:chgData name="Honnore, Loic" userId="58153c04-8a3a-49f3-9566-5fc8cb2a18b2" providerId="ADAL" clId="{3E39C2D3-9B0D-4510-A578-EF8BC84DBB97}" dt="2023-11-14T13:08:01.014" v="1279"/>
          <ac:spMkLst>
            <pc:docMk/>
            <pc:sldMk cId="2577362313" sldId="3240"/>
            <ac:spMk id="235" creationId="{1CDFDF94-ABC2-76C2-EEBE-DE8E7A1F1752}"/>
          </ac:spMkLst>
        </pc:spChg>
        <pc:spChg chg="mod">
          <ac:chgData name="Honnore, Loic" userId="58153c04-8a3a-49f3-9566-5fc8cb2a18b2" providerId="ADAL" clId="{3E39C2D3-9B0D-4510-A578-EF8BC84DBB97}" dt="2023-11-14T13:08:01.014" v="1279"/>
          <ac:spMkLst>
            <pc:docMk/>
            <pc:sldMk cId="2577362313" sldId="3240"/>
            <ac:spMk id="237" creationId="{EDE965D7-D5F0-6F72-3DEB-820C41DA4FFA}"/>
          </ac:spMkLst>
        </pc:spChg>
        <pc:spChg chg="mod">
          <ac:chgData name="Honnore, Loic" userId="58153c04-8a3a-49f3-9566-5fc8cb2a18b2" providerId="ADAL" clId="{3E39C2D3-9B0D-4510-A578-EF8BC84DBB97}" dt="2023-11-14T13:08:01.014" v="1279"/>
          <ac:spMkLst>
            <pc:docMk/>
            <pc:sldMk cId="2577362313" sldId="3240"/>
            <ac:spMk id="238" creationId="{0081A608-3BF4-3FD9-FBBE-941BFD0AE1BA}"/>
          </ac:spMkLst>
        </pc:spChg>
        <pc:spChg chg="mod">
          <ac:chgData name="Honnore, Loic" userId="58153c04-8a3a-49f3-9566-5fc8cb2a18b2" providerId="ADAL" clId="{3E39C2D3-9B0D-4510-A578-EF8BC84DBB97}" dt="2023-11-14T13:08:01.014" v="1279"/>
          <ac:spMkLst>
            <pc:docMk/>
            <pc:sldMk cId="2577362313" sldId="3240"/>
            <ac:spMk id="239" creationId="{51A6CD22-7B44-8E7B-80A5-93794C0D56AE}"/>
          </ac:spMkLst>
        </pc:spChg>
        <pc:spChg chg="mod">
          <ac:chgData name="Honnore, Loic" userId="58153c04-8a3a-49f3-9566-5fc8cb2a18b2" providerId="ADAL" clId="{3E39C2D3-9B0D-4510-A578-EF8BC84DBB97}" dt="2023-11-14T13:08:01.014" v="1279"/>
          <ac:spMkLst>
            <pc:docMk/>
            <pc:sldMk cId="2577362313" sldId="3240"/>
            <ac:spMk id="240" creationId="{013BFED0-2069-893F-5433-018BD80D44CA}"/>
          </ac:spMkLst>
        </pc:spChg>
        <pc:spChg chg="mod">
          <ac:chgData name="Honnore, Loic" userId="58153c04-8a3a-49f3-9566-5fc8cb2a18b2" providerId="ADAL" clId="{3E39C2D3-9B0D-4510-A578-EF8BC84DBB97}" dt="2023-11-14T13:08:01.014" v="1279"/>
          <ac:spMkLst>
            <pc:docMk/>
            <pc:sldMk cId="2577362313" sldId="3240"/>
            <ac:spMk id="242" creationId="{698D8AE6-3F9E-C2BB-1C1C-6C8E80F1448F}"/>
          </ac:spMkLst>
        </pc:spChg>
        <pc:spChg chg="mod">
          <ac:chgData name="Honnore, Loic" userId="58153c04-8a3a-49f3-9566-5fc8cb2a18b2" providerId="ADAL" clId="{3E39C2D3-9B0D-4510-A578-EF8BC84DBB97}" dt="2023-11-14T13:08:01.014" v="1279"/>
          <ac:spMkLst>
            <pc:docMk/>
            <pc:sldMk cId="2577362313" sldId="3240"/>
            <ac:spMk id="243" creationId="{4E4CA7D5-8AC8-CAB8-2EB4-4C2E35A63C09}"/>
          </ac:spMkLst>
        </pc:spChg>
        <pc:spChg chg="mod">
          <ac:chgData name="Honnore, Loic" userId="58153c04-8a3a-49f3-9566-5fc8cb2a18b2" providerId="ADAL" clId="{3E39C2D3-9B0D-4510-A578-EF8BC84DBB97}" dt="2023-11-14T13:08:01.014" v="1279"/>
          <ac:spMkLst>
            <pc:docMk/>
            <pc:sldMk cId="2577362313" sldId="3240"/>
            <ac:spMk id="244" creationId="{C34F94B1-9801-5F78-6FB3-1BB3BA4C8A42}"/>
          </ac:spMkLst>
        </pc:spChg>
        <pc:spChg chg="mod">
          <ac:chgData name="Honnore, Loic" userId="58153c04-8a3a-49f3-9566-5fc8cb2a18b2" providerId="ADAL" clId="{3E39C2D3-9B0D-4510-A578-EF8BC84DBB97}" dt="2023-11-14T13:08:01.014" v="1279"/>
          <ac:spMkLst>
            <pc:docMk/>
            <pc:sldMk cId="2577362313" sldId="3240"/>
            <ac:spMk id="246" creationId="{046A0DD3-A64C-C31D-714D-22B714427184}"/>
          </ac:spMkLst>
        </pc:spChg>
        <pc:spChg chg="mod">
          <ac:chgData name="Honnore, Loic" userId="58153c04-8a3a-49f3-9566-5fc8cb2a18b2" providerId="ADAL" clId="{3E39C2D3-9B0D-4510-A578-EF8BC84DBB97}" dt="2023-11-14T13:08:01.014" v="1279"/>
          <ac:spMkLst>
            <pc:docMk/>
            <pc:sldMk cId="2577362313" sldId="3240"/>
            <ac:spMk id="247" creationId="{D9FC4A11-CF92-FE01-421E-4826FAE36B81}"/>
          </ac:spMkLst>
        </pc:spChg>
        <pc:spChg chg="mod">
          <ac:chgData name="Honnore, Loic" userId="58153c04-8a3a-49f3-9566-5fc8cb2a18b2" providerId="ADAL" clId="{3E39C2D3-9B0D-4510-A578-EF8BC84DBB97}" dt="2023-11-14T13:08:01.014" v="1279"/>
          <ac:spMkLst>
            <pc:docMk/>
            <pc:sldMk cId="2577362313" sldId="3240"/>
            <ac:spMk id="248" creationId="{2111D620-E0DA-8672-CCFA-8DED6462B21D}"/>
          </ac:spMkLst>
        </pc:spChg>
        <pc:spChg chg="mod">
          <ac:chgData name="Honnore, Loic" userId="58153c04-8a3a-49f3-9566-5fc8cb2a18b2" providerId="ADAL" clId="{3E39C2D3-9B0D-4510-A578-EF8BC84DBB97}" dt="2023-11-14T13:08:01.014" v="1279"/>
          <ac:spMkLst>
            <pc:docMk/>
            <pc:sldMk cId="2577362313" sldId="3240"/>
            <ac:spMk id="249" creationId="{33C619CF-4EE2-8E16-4684-2E3FEBF41446}"/>
          </ac:spMkLst>
        </pc:spChg>
        <pc:spChg chg="mod">
          <ac:chgData name="Honnore, Loic" userId="58153c04-8a3a-49f3-9566-5fc8cb2a18b2" providerId="ADAL" clId="{3E39C2D3-9B0D-4510-A578-EF8BC84DBB97}" dt="2023-11-14T13:08:01.014" v="1279"/>
          <ac:spMkLst>
            <pc:docMk/>
            <pc:sldMk cId="2577362313" sldId="3240"/>
            <ac:spMk id="251" creationId="{B8B5ABD7-E790-86DC-4E19-2E4C56D0D5C6}"/>
          </ac:spMkLst>
        </pc:spChg>
        <pc:spChg chg="mod">
          <ac:chgData name="Honnore, Loic" userId="58153c04-8a3a-49f3-9566-5fc8cb2a18b2" providerId="ADAL" clId="{3E39C2D3-9B0D-4510-A578-EF8BC84DBB97}" dt="2023-11-14T13:08:01.014" v="1279"/>
          <ac:spMkLst>
            <pc:docMk/>
            <pc:sldMk cId="2577362313" sldId="3240"/>
            <ac:spMk id="252" creationId="{18313985-7447-1EC5-51F9-BD43CB171616}"/>
          </ac:spMkLst>
        </pc:spChg>
        <pc:spChg chg="mod">
          <ac:chgData name="Honnore, Loic" userId="58153c04-8a3a-49f3-9566-5fc8cb2a18b2" providerId="ADAL" clId="{3E39C2D3-9B0D-4510-A578-EF8BC84DBB97}" dt="2023-11-14T13:08:01.014" v="1279"/>
          <ac:spMkLst>
            <pc:docMk/>
            <pc:sldMk cId="2577362313" sldId="3240"/>
            <ac:spMk id="253" creationId="{86450C63-96F5-94A3-5238-3D3B527D8E99}"/>
          </ac:spMkLst>
        </pc:spChg>
        <pc:spChg chg="mod">
          <ac:chgData name="Honnore, Loic" userId="58153c04-8a3a-49f3-9566-5fc8cb2a18b2" providerId="ADAL" clId="{3E39C2D3-9B0D-4510-A578-EF8BC84DBB97}" dt="2023-11-14T13:08:01.014" v="1279"/>
          <ac:spMkLst>
            <pc:docMk/>
            <pc:sldMk cId="2577362313" sldId="3240"/>
            <ac:spMk id="255" creationId="{1A46FE75-B4DF-36F8-C4C0-D681165CCB20}"/>
          </ac:spMkLst>
        </pc:spChg>
        <pc:spChg chg="mod">
          <ac:chgData name="Honnore, Loic" userId="58153c04-8a3a-49f3-9566-5fc8cb2a18b2" providerId="ADAL" clId="{3E39C2D3-9B0D-4510-A578-EF8BC84DBB97}" dt="2023-11-14T13:08:01.014" v="1279"/>
          <ac:spMkLst>
            <pc:docMk/>
            <pc:sldMk cId="2577362313" sldId="3240"/>
            <ac:spMk id="256" creationId="{AE842B9D-0C3F-B952-5411-6A8FF581CE92}"/>
          </ac:spMkLst>
        </pc:spChg>
        <pc:spChg chg="mod">
          <ac:chgData name="Honnore, Loic" userId="58153c04-8a3a-49f3-9566-5fc8cb2a18b2" providerId="ADAL" clId="{3E39C2D3-9B0D-4510-A578-EF8BC84DBB97}" dt="2023-11-14T13:08:01.014" v="1279"/>
          <ac:spMkLst>
            <pc:docMk/>
            <pc:sldMk cId="2577362313" sldId="3240"/>
            <ac:spMk id="257" creationId="{BB6E5B32-6791-7D48-6629-0C86DAA62A12}"/>
          </ac:spMkLst>
        </pc:spChg>
        <pc:spChg chg="mod">
          <ac:chgData name="Honnore, Loic" userId="58153c04-8a3a-49f3-9566-5fc8cb2a18b2" providerId="ADAL" clId="{3E39C2D3-9B0D-4510-A578-EF8BC84DBB97}" dt="2023-11-14T13:08:01.014" v="1279"/>
          <ac:spMkLst>
            <pc:docMk/>
            <pc:sldMk cId="2577362313" sldId="3240"/>
            <ac:spMk id="258" creationId="{EAA2070C-996E-F290-B532-F1C0D4CA688A}"/>
          </ac:spMkLst>
        </pc:spChg>
        <pc:spChg chg="mod">
          <ac:chgData name="Honnore, Loic" userId="58153c04-8a3a-49f3-9566-5fc8cb2a18b2" providerId="ADAL" clId="{3E39C2D3-9B0D-4510-A578-EF8BC84DBB97}" dt="2023-11-14T13:08:01.014" v="1279"/>
          <ac:spMkLst>
            <pc:docMk/>
            <pc:sldMk cId="2577362313" sldId="3240"/>
            <ac:spMk id="260" creationId="{632DED10-4317-2B50-7F9E-812439D9F6D3}"/>
          </ac:spMkLst>
        </pc:spChg>
        <pc:spChg chg="mod">
          <ac:chgData name="Honnore, Loic" userId="58153c04-8a3a-49f3-9566-5fc8cb2a18b2" providerId="ADAL" clId="{3E39C2D3-9B0D-4510-A578-EF8BC84DBB97}" dt="2023-11-14T13:08:01.014" v="1279"/>
          <ac:spMkLst>
            <pc:docMk/>
            <pc:sldMk cId="2577362313" sldId="3240"/>
            <ac:spMk id="261" creationId="{0FA32929-CC0C-4E3A-93CA-F201E833AE58}"/>
          </ac:spMkLst>
        </pc:spChg>
        <pc:spChg chg="mod">
          <ac:chgData name="Honnore, Loic" userId="58153c04-8a3a-49f3-9566-5fc8cb2a18b2" providerId="ADAL" clId="{3E39C2D3-9B0D-4510-A578-EF8BC84DBB97}" dt="2023-11-14T13:08:01.014" v="1279"/>
          <ac:spMkLst>
            <pc:docMk/>
            <pc:sldMk cId="2577362313" sldId="3240"/>
            <ac:spMk id="262" creationId="{BB11A1B2-3ECE-9B0B-49F5-8E01DE7393C9}"/>
          </ac:spMkLst>
        </pc:spChg>
        <pc:grpChg chg="add del mod">
          <ac:chgData name="Honnore, Loic" userId="58153c04-8a3a-49f3-9566-5fc8cb2a18b2" providerId="ADAL" clId="{3E39C2D3-9B0D-4510-A578-EF8BC84DBB97}" dt="2023-11-14T11:31:04.734" v="793"/>
          <ac:grpSpMkLst>
            <pc:docMk/>
            <pc:sldMk cId="2577362313" sldId="3240"/>
            <ac:grpSpMk id="5" creationId="{3D8E5F2E-7051-8CAC-8633-A7B8513598CA}"/>
          </ac:grpSpMkLst>
        </pc:grpChg>
        <pc:grpChg chg="add del mod">
          <ac:chgData name="Honnore, Loic" userId="58153c04-8a3a-49f3-9566-5fc8cb2a18b2" providerId="ADAL" clId="{3E39C2D3-9B0D-4510-A578-EF8BC84DBB97}" dt="2023-11-14T11:31:04.734" v="793"/>
          <ac:grpSpMkLst>
            <pc:docMk/>
            <pc:sldMk cId="2577362313" sldId="3240"/>
            <ac:grpSpMk id="14" creationId="{07584F23-4C3D-A537-38B8-B18D2907C906}"/>
          </ac:grpSpMkLst>
        </pc:grpChg>
        <pc:grpChg chg="add del mod">
          <ac:chgData name="Honnore, Loic" userId="58153c04-8a3a-49f3-9566-5fc8cb2a18b2" providerId="ADAL" clId="{3E39C2D3-9B0D-4510-A578-EF8BC84DBB97}" dt="2023-11-14T11:31:04.734" v="793"/>
          <ac:grpSpMkLst>
            <pc:docMk/>
            <pc:sldMk cId="2577362313" sldId="3240"/>
            <ac:grpSpMk id="23" creationId="{4B2E7990-1B21-6AFA-E5C5-67EEF4079967}"/>
          </ac:grpSpMkLst>
        </pc:grpChg>
        <pc:grpChg chg="add del mod">
          <ac:chgData name="Honnore, Loic" userId="58153c04-8a3a-49f3-9566-5fc8cb2a18b2" providerId="ADAL" clId="{3E39C2D3-9B0D-4510-A578-EF8BC84DBB97}" dt="2023-11-14T11:31:04.734" v="793"/>
          <ac:grpSpMkLst>
            <pc:docMk/>
            <pc:sldMk cId="2577362313" sldId="3240"/>
            <ac:grpSpMk id="32" creationId="{C3051973-BB57-9F50-6304-D256EBB7F1C8}"/>
          </ac:grpSpMkLst>
        </pc:grpChg>
        <pc:grpChg chg="add del mod">
          <ac:chgData name="Honnore, Loic" userId="58153c04-8a3a-49f3-9566-5fc8cb2a18b2" providerId="ADAL" clId="{3E39C2D3-9B0D-4510-A578-EF8BC84DBB97}" dt="2023-11-14T11:31:08.427" v="797"/>
          <ac:grpSpMkLst>
            <pc:docMk/>
            <pc:sldMk cId="2577362313" sldId="3240"/>
            <ac:grpSpMk id="42" creationId="{5D021A37-3143-0A44-1BA2-3CD4E87852E5}"/>
          </ac:grpSpMkLst>
        </pc:grpChg>
        <pc:grpChg chg="add del mod">
          <ac:chgData name="Honnore, Loic" userId="58153c04-8a3a-49f3-9566-5fc8cb2a18b2" providerId="ADAL" clId="{3E39C2D3-9B0D-4510-A578-EF8BC84DBB97}" dt="2023-11-14T11:31:08.427" v="797"/>
          <ac:grpSpMkLst>
            <pc:docMk/>
            <pc:sldMk cId="2577362313" sldId="3240"/>
            <ac:grpSpMk id="51" creationId="{9C1B07B8-F076-1256-4FC3-2C47DD0FB342}"/>
          </ac:grpSpMkLst>
        </pc:grpChg>
        <pc:grpChg chg="add del mod">
          <ac:chgData name="Honnore, Loic" userId="58153c04-8a3a-49f3-9566-5fc8cb2a18b2" providerId="ADAL" clId="{3E39C2D3-9B0D-4510-A578-EF8BC84DBB97}" dt="2023-11-14T11:31:08.427" v="797"/>
          <ac:grpSpMkLst>
            <pc:docMk/>
            <pc:sldMk cId="2577362313" sldId="3240"/>
            <ac:grpSpMk id="60" creationId="{189D383D-C0B2-5AEE-7117-E3DBB369FA42}"/>
          </ac:grpSpMkLst>
        </pc:grpChg>
        <pc:grpChg chg="add del mod">
          <ac:chgData name="Honnore, Loic" userId="58153c04-8a3a-49f3-9566-5fc8cb2a18b2" providerId="ADAL" clId="{3E39C2D3-9B0D-4510-A578-EF8BC84DBB97}" dt="2023-11-14T11:31:08.427" v="797"/>
          <ac:grpSpMkLst>
            <pc:docMk/>
            <pc:sldMk cId="2577362313" sldId="3240"/>
            <ac:grpSpMk id="69" creationId="{BC1F09E5-D984-E18F-31E6-2E74E6658B6A}"/>
          </ac:grpSpMkLst>
        </pc:grpChg>
        <pc:grpChg chg="add del mod">
          <ac:chgData name="Honnore, Loic" userId="58153c04-8a3a-49f3-9566-5fc8cb2a18b2" providerId="ADAL" clId="{3E39C2D3-9B0D-4510-A578-EF8BC84DBB97}" dt="2023-11-14T13:07:33.845" v="1270" actId="478"/>
          <ac:grpSpMkLst>
            <pc:docMk/>
            <pc:sldMk cId="2577362313" sldId="3240"/>
            <ac:grpSpMk id="79" creationId="{908EB706-061E-C131-4C42-3956FF4DF61F}"/>
          </ac:grpSpMkLst>
        </pc:grpChg>
        <pc:grpChg chg="add del mod">
          <ac:chgData name="Honnore, Loic" userId="58153c04-8a3a-49f3-9566-5fc8cb2a18b2" providerId="ADAL" clId="{3E39C2D3-9B0D-4510-A578-EF8BC84DBB97}" dt="2023-11-14T13:07:33.845" v="1270" actId="478"/>
          <ac:grpSpMkLst>
            <pc:docMk/>
            <pc:sldMk cId="2577362313" sldId="3240"/>
            <ac:grpSpMk id="88" creationId="{08D16E37-B02B-25B4-3638-9857247569C5}"/>
          </ac:grpSpMkLst>
        </pc:grpChg>
        <pc:grpChg chg="add del mod">
          <ac:chgData name="Honnore, Loic" userId="58153c04-8a3a-49f3-9566-5fc8cb2a18b2" providerId="ADAL" clId="{3E39C2D3-9B0D-4510-A578-EF8BC84DBB97}" dt="2023-11-14T13:07:33.845" v="1270" actId="478"/>
          <ac:grpSpMkLst>
            <pc:docMk/>
            <pc:sldMk cId="2577362313" sldId="3240"/>
            <ac:grpSpMk id="97" creationId="{EFDD13E0-3656-2822-8F1E-A169DDD2841B}"/>
          </ac:grpSpMkLst>
        </pc:grpChg>
        <pc:grpChg chg="add del mod">
          <ac:chgData name="Honnore, Loic" userId="58153c04-8a3a-49f3-9566-5fc8cb2a18b2" providerId="ADAL" clId="{3E39C2D3-9B0D-4510-A578-EF8BC84DBB97}" dt="2023-11-14T13:07:33.845" v="1270" actId="478"/>
          <ac:grpSpMkLst>
            <pc:docMk/>
            <pc:sldMk cId="2577362313" sldId="3240"/>
            <ac:grpSpMk id="106" creationId="{6173A6ED-2610-CCE0-296C-D90466627198}"/>
          </ac:grpSpMkLst>
        </pc:grpChg>
        <pc:grpChg chg="add del mod">
          <ac:chgData name="Honnore, Loic" userId="58153c04-8a3a-49f3-9566-5fc8cb2a18b2" providerId="ADAL" clId="{3E39C2D3-9B0D-4510-A578-EF8BC84DBB97}" dt="2023-11-14T13:07:58.840" v="1276" actId="478"/>
          <ac:grpSpMkLst>
            <pc:docMk/>
            <pc:sldMk cId="2577362313" sldId="3240"/>
            <ac:grpSpMk id="116" creationId="{28A50F64-1BAC-7254-584D-2B526C0C9165}"/>
          </ac:grpSpMkLst>
        </pc:grpChg>
        <pc:grpChg chg="add del mod">
          <ac:chgData name="Honnore, Loic" userId="58153c04-8a3a-49f3-9566-5fc8cb2a18b2" providerId="ADAL" clId="{3E39C2D3-9B0D-4510-A578-EF8BC84DBB97}" dt="2023-11-14T13:07:58.840" v="1276" actId="478"/>
          <ac:grpSpMkLst>
            <pc:docMk/>
            <pc:sldMk cId="2577362313" sldId="3240"/>
            <ac:grpSpMk id="125" creationId="{61946D23-831D-0908-59E3-E7F3168CDB54}"/>
          </ac:grpSpMkLst>
        </pc:grpChg>
        <pc:grpChg chg="add del mod">
          <ac:chgData name="Honnore, Loic" userId="58153c04-8a3a-49f3-9566-5fc8cb2a18b2" providerId="ADAL" clId="{3E39C2D3-9B0D-4510-A578-EF8BC84DBB97}" dt="2023-11-14T13:07:58.840" v="1276" actId="478"/>
          <ac:grpSpMkLst>
            <pc:docMk/>
            <pc:sldMk cId="2577362313" sldId="3240"/>
            <ac:grpSpMk id="134" creationId="{B61FB0C4-1E0B-08BB-D8D6-9F8CEDF31D0B}"/>
          </ac:grpSpMkLst>
        </pc:grpChg>
        <pc:grpChg chg="add del mod">
          <ac:chgData name="Honnore, Loic" userId="58153c04-8a3a-49f3-9566-5fc8cb2a18b2" providerId="ADAL" clId="{3E39C2D3-9B0D-4510-A578-EF8BC84DBB97}" dt="2023-11-14T13:07:58.840" v="1276" actId="478"/>
          <ac:grpSpMkLst>
            <pc:docMk/>
            <pc:sldMk cId="2577362313" sldId="3240"/>
            <ac:grpSpMk id="143" creationId="{BE939F66-F2C9-127F-233B-F40171C102EE}"/>
          </ac:grpSpMkLst>
        </pc:grpChg>
        <pc:grpChg chg="add del mod">
          <ac:chgData name="Honnore, Loic" userId="58153c04-8a3a-49f3-9566-5fc8cb2a18b2" providerId="ADAL" clId="{3E39C2D3-9B0D-4510-A578-EF8BC84DBB97}" dt="2023-11-14T13:07:57.001" v="1275"/>
          <ac:grpSpMkLst>
            <pc:docMk/>
            <pc:sldMk cId="2577362313" sldId="3240"/>
            <ac:grpSpMk id="153" creationId="{517DC4E1-6218-4AED-CA43-E7DAF4FC7E26}"/>
          </ac:grpSpMkLst>
        </pc:grpChg>
        <pc:grpChg chg="add del mod">
          <ac:chgData name="Honnore, Loic" userId="58153c04-8a3a-49f3-9566-5fc8cb2a18b2" providerId="ADAL" clId="{3E39C2D3-9B0D-4510-A578-EF8BC84DBB97}" dt="2023-11-14T13:07:57.001" v="1275"/>
          <ac:grpSpMkLst>
            <pc:docMk/>
            <pc:sldMk cId="2577362313" sldId="3240"/>
            <ac:grpSpMk id="162" creationId="{9795DC27-AB90-B437-98D8-5B866D9E23A4}"/>
          </ac:grpSpMkLst>
        </pc:grpChg>
        <pc:grpChg chg="add del mod">
          <ac:chgData name="Honnore, Loic" userId="58153c04-8a3a-49f3-9566-5fc8cb2a18b2" providerId="ADAL" clId="{3E39C2D3-9B0D-4510-A578-EF8BC84DBB97}" dt="2023-11-14T13:07:57.001" v="1275"/>
          <ac:grpSpMkLst>
            <pc:docMk/>
            <pc:sldMk cId="2577362313" sldId="3240"/>
            <ac:grpSpMk id="171" creationId="{69CF8CA9-AA3A-5F38-189D-5A66BBC58074}"/>
          </ac:grpSpMkLst>
        </pc:grpChg>
        <pc:grpChg chg="add del mod">
          <ac:chgData name="Honnore, Loic" userId="58153c04-8a3a-49f3-9566-5fc8cb2a18b2" providerId="ADAL" clId="{3E39C2D3-9B0D-4510-A578-EF8BC84DBB97}" dt="2023-11-14T13:07:57.001" v="1275"/>
          <ac:grpSpMkLst>
            <pc:docMk/>
            <pc:sldMk cId="2577362313" sldId="3240"/>
            <ac:grpSpMk id="180" creationId="{8E949D2D-2AE8-A18A-D9A4-3E4AC82A1758}"/>
          </ac:grpSpMkLst>
        </pc:grpChg>
        <pc:grpChg chg="add del mod">
          <ac:chgData name="Honnore, Loic" userId="58153c04-8a3a-49f3-9566-5fc8cb2a18b2" providerId="ADAL" clId="{3E39C2D3-9B0D-4510-A578-EF8BC84DBB97}" dt="2023-11-14T13:08:00.990" v="1278"/>
          <ac:grpSpMkLst>
            <pc:docMk/>
            <pc:sldMk cId="2577362313" sldId="3240"/>
            <ac:grpSpMk id="190" creationId="{78470DD8-512E-E522-D637-BC473ADE6688}"/>
          </ac:grpSpMkLst>
        </pc:grpChg>
        <pc:grpChg chg="add del mod">
          <ac:chgData name="Honnore, Loic" userId="58153c04-8a3a-49f3-9566-5fc8cb2a18b2" providerId="ADAL" clId="{3E39C2D3-9B0D-4510-A578-EF8BC84DBB97}" dt="2023-11-14T13:08:00.990" v="1278"/>
          <ac:grpSpMkLst>
            <pc:docMk/>
            <pc:sldMk cId="2577362313" sldId="3240"/>
            <ac:grpSpMk id="199" creationId="{3C704786-D3DB-EC82-B738-170C2418BBF7}"/>
          </ac:grpSpMkLst>
        </pc:grpChg>
        <pc:grpChg chg="add del mod">
          <ac:chgData name="Honnore, Loic" userId="58153c04-8a3a-49f3-9566-5fc8cb2a18b2" providerId="ADAL" clId="{3E39C2D3-9B0D-4510-A578-EF8BC84DBB97}" dt="2023-11-14T13:08:00.990" v="1278"/>
          <ac:grpSpMkLst>
            <pc:docMk/>
            <pc:sldMk cId="2577362313" sldId="3240"/>
            <ac:grpSpMk id="208" creationId="{E0C90179-7E6B-1600-9D15-024DECBAF031}"/>
          </ac:grpSpMkLst>
        </pc:grpChg>
        <pc:grpChg chg="add del mod">
          <ac:chgData name="Honnore, Loic" userId="58153c04-8a3a-49f3-9566-5fc8cb2a18b2" providerId="ADAL" clId="{3E39C2D3-9B0D-4510-A578-EF8BC84DBB97}" dt="2023-11-14T13:08:00.990" v="1278"/>
          <ac:grpSpMkLst>
            <pc:docMk/>
            <pc:sldMk cId="2577362313" sldId="3240"/>
            <ac:grpSpMk id="217" creationId="{DD86960B-B89D-F4F6-802F-33DCAB7B7672}"/>
          </ac:grpSpMkLst>
        </pc:grpChg>
        <pc:grpChg chg="add mod">
          <ac:chgData name="Honnore, Loic" userId="58153c04-8a3a-49f3-9566-5fc8cb2a18b2" providerId="ADAL" clId="{3E39C2D3-9B0D-4510-A578-EF8BC84DBB97}" dt="2023-11-14T13:08:05.901" v="1280" actId="1076"/>
          <ac:grpSpMkLst>
            <pc:docMk/>
            <pc:sldMk cId="2577362313" sldId="3240"/>
            <ac:grpSpMk id="227" creationId="{C0F87E5D-E2C9-F2D9-046B-3E899DA5FBE4}"/>
          </ac:grpSpMkLst>
        </pc:grpChg>
        <pc:grpChg chg="add mod">
          <ac:chgData name="Honnore, Loic" userId="58153c04-8a3a-49f3-9566-5fc8cb2a18b2" providerId="ADAL" clId="{3E39C2D3-9B0D-4510-A578-EF8BC84DBB97}" dt="2023-11-14T13:08:05.901" v="1280" actId="1076"/>
          <ac:grpSpMkLst>
            <pc:docMk/>
            <pc:sldMk cId="2577362313" sldId="3240"/>
            <ac:grpSpMk id="236" creationId="{C5F3F8BE-4472-3D8B-BEFA-0F17FDED47DD}"/>
          </ac:grpSpMkLst>
        </pc:grpChg>
        <pc:grpChg chg="add mod">
          <ac:chgData name="Honnore, Loic" userId="58153c04-8a3a-49f3-9566-5fc8cb2a18b2" providerId="ADAL" clId="{3E39C2D3-9B0D-4510-A578-EF8BC84DBB97}" dt="2023-11-14T13:08:05.901" v="1280" actId="1076"/>
          <ac:grpSpMkLst>
            <pc:docMk/>
            <pc:sldMk cId="2577362313" sldId="3240"/>
            <ac:grpSpMk id="245" creationId="{184F96DD-C013-C110-94AE-13F83A66FC89}"/>
          </ac:grpSpMkLst>
        </pc:grpChg>
        <pc:grpChg chg="add mod">
          <ac:chgData name="Honnore, Loic" userId="58153c04-8a3a-49f3-9566-5fc8cb2a18b2" providerId="ADAL" clId="{3E39C2D3-9B0D-4510-A578-EF8BC84DBB97}" dt="2023-11-14T13:08:05.901" v="1280" actId="1076"/>
          <ac:grpSpMkLst>
            <pc:docMk/>
            <pc:sldMk cId="2577362313" sldId="3240"/>
            <ac:grpSpMk id="254" creationId="{5267F3BA-E480-5328-B1E7-F5934778340C}"/>
          </ac:grpSpMkLst>
        </pc:grpChg>
        <pc:cxnChg chg="mod">
          <ac:chgData name="Honnore, Loic" userId="58153c04-8a3a-49f3-9566-5fc8cb2a18b2" providerId="ADAL" clId="{3E39C2D3-9B0D-4510-A578-EF8BC84DBB97}" dt="2023-11-14T11:30:58.727" v="790"/>
          <ac:cxnSpMkLst>
            <pc:docMk/>
            <pc:sldMk cId="2577362313" sldId="3240"/>
            <ac:cxnSpMk id="10" creationId="{F250AE23-6CC1-2E03-738F-5837C1B29BC9}"/>
          </ac:cxnSpMkLst>
        </pc:cxnChg>
        <pc:cxnChg chg="mod">
          <ac:chgData name="Honnore, Loic" userId="58153c04-8a3a-49f3-9566-5fc8cb2a18b2" providerId="ADAL" clId="{3E39C2D3-9B0D-4510-A578-EF8BC84DBB97}" dt="2023-11-14T11:30:58.727" v="790"/>
          <ac:cxnSpMkLst>
            <pc:docMk/>
            <pc:sldMk cId="2577362313" sldId="3240"/>
            <ac:cxnSpMk id="19" creationId="{FE20875C-2208-D4C9-48FF-CA174A52CDE3}"/>
          </ac:cxnSpMkLst>
        </pc:cxnChg>
        <pc:cxnChg chg="mod">
          <ac:chgData name="Honnore, Loic" userId="58153c04-8a3a-49f3-9566-5fc8cb2a18b2" providerId="ADAL" clId="{3E39C2D3-9B0D-4510-A578-EF8BC84DBB97}" dt="2023-11-14T11:30:58.727" v="790"/>
          <ac:cxnSpMkLst>
            <pc:docMk/>
            <pc:sldMk cId="2577362313" sldId="3240"/>
            <ac:cxnSpMk id="28" creationId="{2094E181-810D-2170-39D7-268AA60A9D46}"/>
          </ac:cxnSpMkLst>
        </pc:cxnChg>
        <pc:cxnChg chg="mod">
          <ac:chgData name="Honnore, Loic" userId="58153c04-8a3a-49f3-9566-5fc8cb2a18b2" providerId="ADAL" clId="{3E39C2D3-9B0D-4510-A578-EF8BC84DBB97}" dt="2023-11-14T11:30:58.727" v="790"/>
          <ac:cxnSpMkLst>
            <pc:docMk/>
            <pc:sldMk cId="2577362313" sldId="3240"/>
            <ac:cxnSpMk id="37" creationId="{4801A586-2E06-A3EA-E30F-CA3FCB45399B}"/>
          </ac:cxnSpMkLst>
        </pc:cxnChg>
        <pc:cxnChg chg="mod">
          <ac:chgData name="Honnore, Loic" userId="58153c04-8a3a-49f3-9566-5fc8cb2a18b2" providerId="ADAL" clId="{3E39C2D3-9B0D-4510-A578-EF8BC84DBB97}" dt="2023-11-14T11:31:05.095" v="794"/>
          <ac:cxnSpMkLst>
            <pc:docMk/>
            <pc:sldMk cId="2577362313" sldId="3240"/>
            <ac:cxnSpMk id="47" creationId="{730A38D9-2F49-3CB5-96E7-6BF309E159FC}"/>
          </ac:cxnSpMkLst>
        </pc:cxnChg>
        <pc:cxnChg chg="mod">
          <ac:chgData name="Honnore, Loic" userId="58153c04-8a3a-49f3-9566-5fc8cb2a18b2" providerId="ADAL" clId="{3E39C2D3-9B0D-4510-A578-EF8BC84DBB97}" dt="2023-11-14T11:31:05.095" v="794"/>
          <ac:cxnSpMkLst>
            <pc:docMk/>
            <pc:sldMk cId="2577362313" sldId="3240"/>
            <ac:cxnSpMk id="56" creationId="{9044A865-04AE-538F-F5CB-C3A1CC0FDC4E}"/>
          </ac:cxnSpMkLst>
        </pc:cxnChg>
        <pc:cxnChg chg="mod">
          <ac:chgData name="Honnore, Loic" userId="58153c04-8a3a-49f3-9566-5fc8cb2a18b2" providerId="ADAL" clId="{3E39C2D3-9B0D-4510-A578-EF8BC84DBB97}" dt="2023-11-14T11:31:05.095" v="794"/>
          <ac:cxnSpMkLst>
            <pc:docMk/>
            <pc:sldMk cId="2577362313" sldId="3240"/>
            <ac:cxnSpMk id="65" creationId="{574CF494-4806-77E9-67D3-F02C100AB502}"/>
          </ac:cxnSpMkLst>
        </pc:cxnChg>
        <pc:cxnChg chg="mod">
          <ac:chgData name="Honnore, Loic" userId="58153c04-8a3a-49f3-9566-5fc8cb2a18b2" providerId="ADAL" clId="{3E39C2D3-9B0D-4510-A578-EF8BC84DBB97}" dt="2023-11-14T11:31:05.095" v="794"/>
          <ac:cxnSpMkLst>
            <pc:docMk/>
            <pc:sldMk cId="2577362313" sldId="3240"/>
            <ac:cxnSpMk id="74" creationId="{C1DD789D-73E5-A86B-BFDD-F03766B8FE9E}"/>
          </ac:cxnSpMkLst>
        </pc:cxnChg>
        <pc:cxnChg chg="mod">
          <ac:chgData name="Honnore, Loic" userId="58153c04-8a3a-49f3-9566-5fc8cb2a18b2" providerId="ADAL" clId="{3E39C2D3-9B0D-4510-A578-EF8BC84DBB97}" dt="2023-11-14T11:31:08.469" v="798"/>
          <ac:cxnSpMkLst>
            <pc:docMk/>
            <pc:sldMk cId="2577362313" sldId="3240"/>
            <ac:cxnSpMk id="84" creationId="{BD6A5E43-5159-682C-7940-94DAAD588B0C}"/>
          </ac:cxnSpMkLst>
        </pc:cxnChg>
        <pc:cxnChg chg="mod">
          <ac:chgData name="Honnore, Loic" userId="58153c04-8a3a-49f3-9566-5fc8cb2a18b2" providerId="ADAL" clId="{3E39C2D3-9B0D-4510-A578-EF8BC84DBB97}" dt="2023-11-14T11:31:08.469" v="798"/>
          <ac:cxnSpMkLst>
            <pc:docMk/>
            <pc:sldMk cId="2577362313" sldId="3240"/>
            <ac:cxnSpMk id="93" creationId="{8B1DFA92-9DE3-567E-3D19-4D1245207DB4}"/>
          </ac:cxnSpMkLst>
        </pc:cxnChg>
        <pc:cxnChg chg="mod">
          <ac:chgData name="Honnore, Loic" userId="58153c04-8a3a-49f3-9566-5fc8cb2a18b2" providerId="ADAL" clId="{3E39C2D3-9B0D-4510-A578-EF8BC84DBB97}" dt="2023-11-14T11:31:08.469" v="798"/>
          <ac:cxnSpMkLst>
            <pc:docMk/>
            <pc:sldMk cId="2577362313" sldId="3240"/>
            <ac:cxnSpMk id="102" creationId="{8AAF4A89-E10E-9140-1834-648E20A34F0F}"/>
          </ac:cxnSpMkLst>
        </pc:cxnChg>
        <pc:cxnChg chg="mod">
          <ac:chgData name="Honnore, Loic" userId="58153c04-8a3a-49f3-9566-5fc8cb2a18b2" providerId="ADAL" clId="{3E39C2D3-9B0D-4510-A578-EF8BC84DBB97}" dt="2023-11-14T11:31:08.469" v="798"/>
          <ac:cxnSpMkLst>
            <pc:docMk/>
            <pc:sldMk cId="2577362313" sldId="3240"/>
            <ac:cxnSpMk id="111" creationId="{25B8C846-DB22-FA90-5999-0637412D24E8}"/>
          </ac:cxnSpMkLst>
        </pc:cxnChg>
        <pc:cxnChg chg="mod">
          <ac:chgData name="Honnore, Loic" userId="58153c04-8a3a-49f3-9566-5fc8cb2a18b2" providerId="ADAL" clId="{3E39C2D3-9B0D-4510-A578-EF8BC84DBB97}" dt="2023-11-14T13:07:49.196" v="1272"/>
          <ac:cxnSpMkLst>
            <pc:docMk/>
            <pc:sldMk cId="2577362313" sldId="3240"/>
            <ac:cxnSpMk id="121" creationId="{3C6BE387-701B-DC45-B776-C85A98FEC9CF}"/>
          </ac:cxnSpMkLst>
        </pc:cxnChg>
        <pc:cxnChg chg="mod">
          <ac:chgData name="Honnore, Loic" userId="58153c04-8a3a-49f3-9566-5fc8cb2a18b2" providerId="ADAL" clId="{3E39C2D3-9B0D-4510-A578-EF8BC84DBB97}" dt="2023-11-14T13:07:49.196" v="1272"/>
          <ac:cxnSpMkLst>
            <pc:docMk/>
            <pc:sldMk cId="2577362313" sldId="3240"/>
            <ac:cxnSpMk id="130" creationId="{1C024D79-69DA-2870-6CE2-D86FC38D876E}"/>
          </ac:cxnSpMkLst>
        </pc:cxnChg>
        <pc:cxnChg chg="mod">
          <ac:chgData name="Honnore, Loic" userId="58153c04-8a3a-49f3-9566-5fc8cb2a18b2" providerId="ADAL" clId="{3E39C2D3-9B0D-4510-A578-EF8BC84DBB97}" dt="2023-11-14T13:07:49.196" v="1272"/>
          <ac:cxnSpMkLst>
            <pc:docMk/>
            <pc:sldMk cId="2577362313" sldId="3240"/>
            <ac:cxnSpMk id="139" creationId="{44BE6FB3-9D9E-187A-881C-D6A1E03ACE23}"/>
          </ac:cxnSpMkLst>
        </pc:cxnChg>
        <pc:cxnChg chg="mod">
          <ac:chgData name="Honnore, Loic" userId="58153c04-8a3a-49f3-9566-5fc8cb2a18b2" providerId="ADAL" clId="{3E39C2D3-9B0D-4510-A578-EF8BC84DBB97}" dt="2023-11-14T13:07:49.196" v="1272"/>
          <ac:cxnSpMkLst>
            <pc:docMk/>
            <pc:sldMk cId="2577362313" sldId="3240"/>
            <ac:cxnSpMk id="148" creationId="{D54C142A-843D-15BD-1979-7335FB5BA991}"/>
          </ac:cxnSpMkLst>
        </pc:cxnChg>
        <pc:cxnChg chg="mod">
          <ac:chgData name="Honnore, Loic" userId="58153c04-8a3a-49f3-9566-5fc8cb2a18b2" providerId="ADAL" clId="{3E39C2D3-9B0D-4510-A578-EF8BC84DBB97}" dt="2023-11-14T13:07:54.807" v="1274"/>
          <ac:cxnSpMkLst>
            <pc:docMk/>
            <pc:sldMk cId="2577362313" sldId="3240"/>
            <ac:cxnSpMk id="158" creationId="{DF42CD2E-C5F6-AC80-06BE-70FB4FE2D75E}"/>
          </ac:cxnSpMkLst>
        </pc:cxnChg>
        <pc:cxnChg chg="mod">
          <ac:chgData name="Honnore, Loic" userId="58153c04-8a3a-49f3-9566-5fc8cb2a18b2" providerId="ADAL" clId="{3E39C2D3-9B0D-4510-A578-EF8BC84DBB97}" dt="2023-11-14T13:07:54.807" v="1274"/>
          <ac:cxnSpMkLst>
            <pc:docMk/>
            <pc:sldMk cId="2577362313" sldId="3240"/>
            <ac:cxnSpMk id="167" creationId="{5960F620-C46E-3EC6-BE35-F98103A7DA6F}"/>
          </ac:cxnSpMkLst>
        </pc:cxnChg>
        <pc:cxnChg chg="mod">
          <ac:chgData name="Honnore, Loic" userId="58153c04-8a3a-49f3-9566-5fc8cb2a18b2" providerId="ADAL" clId="{3E39C2D3-9B0D-4510-A578-EF8BC84DBB97}" dt="2023-11-14T13:07:54.807" v="1274"/>
          <ac:cxnSpMkLst>
            <pc:docMk/>
            <pc:sldMk cId="2577362313" sldId="3240"/>
            <ac:cxnSpMk id="176" creationId="{5BC933F5-6A9A-6B1F-7C12-2EFA8663E4E1}"/>
          </ac:cxnSpMkLst>
        </pc:cxnChg>
        <pc:cxnChg chg="mod">
          <ac:chgData name="Honnore, Loic" userId="58153c04-8a3a-49f3-9566-5fc8cb2a18b2" providerId="ADAL" clId="{3E39C2D3-9B0D-4510-A578-EF8BC84DBB97}" dt="2023-11-14T13:07:54.807" v="1274"/>
          <ac:cxnSpMkLst>
            <pc:docMk/>
            <pc:sldMk cId="2577362313" sldId="3240"/>
            <ac:cxnSpMk id="185" creationId="{1DE0FF29-7985-9624-66AB-3C2684CE2FB0}"/>
          </ac:cxnSpMkLst>
        </pc:cxnChg>
        <pc:cxnChg chg="mod">
          <ac:chgData name="Honnore, Loic" userId="58153c04-8a3a-49f3-9566-5fc8cb2a18b2" providerId="ADAL" clId="{3E39C2D3-9B0D-4510-A578-EF8BC84DBB97}" dt="2023-11-14T13:07:59.120" v="1277"/>
          <ac:cxnSpMkLst>
            <pc:docMk/>
            <pc:sldMk cId="2577362313" sldId="3240"/>
            <ac:cxnSpMk id="195" creationId="{F1ED1527-168A-DEE6-A965-3DF3E005E791}"/>
          </ac:cxnSpMkLst>
        </pc:cxnChg>
        <pc:cxnChg chg="mod">
          <ac:chgData name="Honnore, Loic" userId="58153c04-8a3a-49f3-9566-5fc8cb2a18b2" providerId="ADAL" clId="{3E39C2D3-9B0D-4510-A578-EF8BC84DBB97}" dt="2023-11-14T13:07:59.120" v="1277"/>
          <ac:cxnSpMkLst>
            <pc:docMk/>
            <pc:sldMk cId="2577362313" sldId="3240"/>
            <ac:cxnSpMk id="204" creationId="{D13E0495-27C3-C859-A940-A297611CB171}"/>
          </ac:cxnSpMkLst>
        </pc:cxnChg>
        <pc:cxnChg chg="mod">
          <ac:chgData name="Honnore, Loic" userId="58153c04-8a3a-49f3-9566-5fc8cb2a18b2" providerId="ADAL" clId="{3E39C2D3-9B0D-4510-A578-EF8BC84DBB97}" dt="2023-11-14T13:07:59.120" v="1277"/>
          <ac:cxnSpMkLst>
            <pc:docMk/>
            <pc:sldMk cId="2577362313" sldId="3240"/>
            <ac:cxnSpMk id="213" creationId="{F583EA1A-1FAA-7D3A-4146-B64C1ED67840}"/>
          </ac:cxnSpMkLst>
        </pc:cxnChg>
        <pc:cxnChg chg="mod">
          <ac:chgData name="Honnore, Loic" userId="58153c04-8a3a-49f3-9566-5fc8cb2a18b2" providerId="ADAL" clId="{3E39C2D3-9B0D-4510-A578-EF8BC84DBB97}" dt="2023-11-14T13:07:59.120" v="1277"/>
          <ac:cxnSpMkLst>
            <pc:docMk/>
            <pc:sldMk cId="2577362313" sldId="3240"/>
            <ac:cxnSpMk id="222" creationId="{C7C36C14-E8BA-B794-AF6F-99E9C396E3DD}"/>
          </ac:cxnSpMkLst>
        </pc:cxnChg>
        <pc:cxnChg chg="mod">
          <ac:chgData name="Honnore, Loic" userId="58153c04-8a3a-49f3-9566-5fc8cb2a18b2" providerId="ADAL" clId="{3E39C2D3-9B0D-4510-A578-EF8BC84DBB97}" dt="2023-11-14T13:08:01.014" v="1279"/>
          <ac:cxnSpMkLst>
            <pc:docMk/>
            <pc:sldMk cId="2577362313" sldId="3240"/>
            <ac:cxnSpMk id="232" creationId="{5B50DE6B-E42A-F45C-EF6D-64FB91E05180}"/>
          </ac:cxnSpMkLst>
        </pc:cxnChg>
        <pc:cxnChg chg="mod">
          <ac:chgData name="Honnore, Loic" userId="58153c04-8a3a-49f3-9566-5fc8cb2a18b2" providerId="ADAL" clId="{3E39C2D3-9B0D-4510-A578-EF8BC84DBB97}" dt="2023-11-14T13:08:01.014" v="1279"/>
          <ac:cxnSpMkLst>
            <pc:docMk/>
            <pc:sldMk cId="2577362313" sldId="3240"/>
            <ac:cxnSpMk id="241" creationId="{450C01AF-46BF-415C-294E-1527691DB96E}"/>
          </ac:cxnSpMkLst>
        </pc:cxnChg>
        <pc:cxnChg chg="mod">
          <ac:chgData name="Honnore, Loic" userId="58153c04-8a3a-49f3-9566-5fc8cb2a18b2" providerId="ADAL" clId="{3E39C2D3-9B0D-4510-A578-EF8BC84DBB97}" dt="2023-11-14T13:08:01.014" v="1279"/>
          <ac:cxnSpMkLst>
            <pc:docMk/>
            <pc:sldMk cId="2577362313" sldId="3240"/>
            <ac:cxnSpMk id="250" creationId="{EAB5B363-4121-2EC2-13B0-8B5AC8850BAF}"/>
          </ac:cxnSpMkLst>
        </pc:cxnChg>
        <pc:cxnChg chg="mod">
          <ac:chgData name="Honnore, Loic" userId="58153c04-8a3a-49f3-9566-5fc8cb2a18b2" providerId="ADAL" clId="{3E39C2D3-9B0D-4510-A578-EF8BC84DBB97}" dt="2023-11-14T13:08:01.014" v="1279"/>
          <ac:cxnSpMkLst>
            <pc:docMk/>
            <pc:sldMk cId="2577362313" sldId="3240"/>
            <ac:cxnSpMk id="259" creationId="{13D0DA6D-8FAC-CA78-C4E5-D548879324B9}"/>
          </ac:cxnSpMkLst>
        </pc:cxnChg>
      </pc:sldChg>
      <pc:sldChg chg="addSp delSp modSp new mod ord">
        <pc:chgData name="Honnore, Loic" userId="58153c04-8a3a-49f3-9566-5fc8cb2a18b2" providerId="ADAL" clId="{3E39C2D3-9B0D-4510-A578-EF8BC84DBB97}" dt="2023-11-14T13:03:11.551" v="1148" actId="1076"/>
        <pc:sldMkLst>
          <pc:docMk/>
          <pc:sldMk cId="46956306" sldId="3241"/>
        </pc:sldMkLst>
        <pc:spChg chg="del">
          <ac:chgData name="Honnore, Loic" userId="58153c04-8a3a-49f3-9566-5fc8cb2a18b2" providerId="ADAL" clId="{3E39C2D3-9B0D-4510-A578-EF8BC84DBB97}" dt="2023-11-14T11:34:41.614" v="897" actId="478"/>
          <ac:spMkLst>
            <pc:docMk/>
            <pc:sldMk cId="46956306" sldId="3241"/>
            <ac:spMk id="2" creationId="{3D190640-275C-09AA-1C62-7B4E4B76DD1E}"/>
          </ac:spMkLst>
        </pc:spChg>
        <pc:spChg chg="del">
          <ac:chgData name="Honnore, Loic" userId="58153c04-8a3a-49f3-9566-5fc8cb2a18b2" providerId="ADAL" clId="{3E39C2D3-9B0D-4510-A578-EF8BC84DBB97}" dt="2023-11-14T11:34:41.614" v="897" actId="478"/>
          <ac:spMkLst>
            <pc:docMk/>
            <pc:sldMk cId="46956306" sldId="3241"/>
            <ac:spMk id="3" creationId="{27EA6DE5-D7EB-2EBE-27F9-3B6F4B015A1B}"/>
          </ac:spMkLst>
        </pc:spChg>
        <pc:spChg chg="mod">
          <ac:chgData name="Honnore, Loic" userId="58153c04-8a3a-49f3-9566-5fc8cb2a18b2" providerId="ADAL" clId="{3E39C2D3-9B0D-4510-A578-EF8BC84DBB97}" dt="2023-11-14T13:03:04.391" v="1145"/>
          <ac:spMkLst>
            <pc:docMk/>
            <pc:sldMk cId="46956306" sldId="3241"/>
            <ac:spMk id="5" creationId="{6F391D54-184E-942E-9AC8-0CDA5BBED7F2}"/>
          </ac:spMkLst>
        </pc:spChg>
        <pc:spChg chg="mod">
          <ac:chgData name="Honnore, Loic" userId="58153c04-8a3a-49f3-9566-5fc8cb2a18b2" providerId="ADAL" clId="{3E39C2D3-9B0D-4510-A578-EF8BC84DBB97}" dt="2023-11-14T13:03:04.391" v="1145"/>
          <ac:spMkLst>
            <pc:docMk/>
            <pc:sldMk cId="46956306" sldId="3241"/>
            <ac:spMk id="6" creationId="{94B49DFB-0139-0E88-3AAA-7FFE8A3B73F6}"/>
          </ac:spMkLst>
        </pc:spChg>
        <pc:spChg chg="mod">
          <ac:chgData name="Honnore, Loic" userId="58153c04-8a3a-49f3-9566-5fc8cb2a18b2" providerId="ADAL" clId="{3E39C2D3-9B0D-4510-A578-EF8BC84DBB97}" dt="2023-11-14T13:03:04.391" v="1145"/>
          <ac:spMkLst>
            <pc:docMk/>
            <pc:sldMk cId="46956306" sldId="3241"/>
            <ac:spMk id="7" creationId="{E2C790CC-9421-DF12-25F1-5E050B12A383}"/>
          </ac:spMkLst>
        </pc:spChg>
        <pc:spChg chg="mod">
          <ac:chgData name="Honnore, Loic" userId="58153c04-8a3a-49f3-9566-5fc8cb2a18b2" providerId="ADAL" clId="{3E39C2D3-9B0D-4510-A578-EF8BC84DBB97}" dt="2023-11-14T13:03:04.391" v="1145"/>
          <ac:spMkLst>
            <pc:docMk/>
            <pc:sldMk cId="46956306" sldId="3241"/>
            <ac:spMk id="8" creationId="{88224C1E-E241-F388-96A1-EE70996219B7}"/>
          </ac:spMkLst>
        </pc:spChg>
        <pc:spChg chg="mod">
          <ac:chgData name="Honnore, Loic" userId="58153c04-8a3a-49f3-9566-5fc8cb2a18b2" providerId="ADAL" clId="{3E39C2D3-9B0D-4510-A578-EF8BC84DBB97}" dt="2023-11-14T13:03:04.391" v="1145"/>
          <ac:spMkLst>
            <pc:docMk/>
            <pc:sldMk cId="46956306" sldId="3241"/>
            <ac:spMk id="10" creationId="{2DB73460-C3F9-59B9-73D4-BE1BD8BB17D0}"/>
          </ac:spMkLst>
        </pc:spChg>
        <pc:spChg chg="mod">
          <ac:chgData name="Honnore, Loic" userId="58153c04-8a3a-49f3-9566-5fc8cb2a18b2" providerId="ADAL" clId="{3E39C2D3-9B0D-4510-A578-EF8BC84DBB97}" dt="2023-11-14T13:03:04.391" v="1145"/>
          <ac:spMkLst>
            <pc:docMk/>
            <pc:sldMk cId="46956306" sldId="3241"/>
            <ac:spMk id="11" creationId="{C6DBEFD6-FF3C-14B2-D0E4-224578DE745C}"/>
          </ac:spMkLst>
        </pc:spChg>
        <pc:spChg chg="mod">
          <ac:chgData name="Honnore, Loic" userId="58153c04-8a3a-49f3-9566-5fc8cb2a18b2" providerId="ADAL" clId="{3E39C2D3-9B0D-4510-A578-EF8BC84DBB97}" dt="2023-11-14T13:03:04.391" v="1145"/>
          <ac:spMkLst>
            <pc:docMk/>
            <pc:sldMk cId="46956306" sldId="3241"/>
            <ac:spMk id="12" creationId="{4F54848D-1BA2-62C9-566F-0F458A3AFB02}"/>
          </ac:spMkLst>
        </pc:spChg>
        <pc:spChg chg="mod">
          <ac:chgData name="Honnore, Loic" userId="58153c04-8a3a-49f3-9566-5fc8cb2a18b2" providerId="ADAL" clId="{3E39C2D3-9B0D-4510-A578-EF8BC84DBB97}" dt="2023-11-14T13:03:04.391" v="1145"/>
          <ac:spMkLst>
            <pc:docMk/>
            <pc:sldMk cId="46956306" sldId="3241"/>
            <ac:spMk id="14" creationId="{0EF7F380-432A-FE04-0252-F43163D90969}"/>
          </ac:spMkLst>
        </pc:spChg>
        <pc:spChg chg="mod">
          <ac:chgData name="Honnore, Loic" userId="58153c04-8a3a-49f3-9566-5fc8cb2a18b2" providerId="ADAL" clId="{3E39C2D3-9B0D-4510-A578-EF8BC84DBB97}" dt="2023-11-14T13:03:04.391" v="1145"/>
          <ac:spMkLst>
            <pc:docMk/>
            <pc:sldMk cId="46956306" sldId="3241"/>
            <ac:spMk id="15" creationId="{9862636E-7D38-AACC-A846-59907B5CB52F}"/>
          </ac:spMkLst>
        </pc:spChg>
        <pc:spChg chg="mod">
          <ac:chgData name="Honnore, Loic" userId="58153c04-8a3a-49f3-9566-5fc8cb2a18b2" providerId="ADAL" clId="{3E39C2D3-9B0D-4510-A578-EF8BC84DBB97}" dt="2023-11-14T13:03:04.391" v="1145"/>
          <ac:spMkLst>
            <pc:docMk/>
            <pc:sldMk cId="46956306" sldId="3241"/>
            <ac:spMk id="16" creationId="{3B36723D-872C-8D9D-6F29-D7CEF91B64FD}"/>
          </ac:spMkLst>
        </pc:spChg>
        <pc:spChg chg="mod">
          <ac:chgData name="Honnore, Loic" userId="58153c04-8a3a-49f3-9566-5fc8cb2a18b2" providerId="ADAL" clId="{3E39C2D3-9B0D-4510-A578-EF8BC84DBB97}" dt="2023-11-14T13:03:04.391" v="1145"/>
          <ac:spMkLst>
            <pc:docMk/>
            <pc:sldMk cId="46956306" sldId="3241"/>
            <ac:spMk id="17" creationId="{6ABEB709-045A-946E-1BA0-9CECA93E9F62}"/>
          </ac:spMkLst>
        </pc:spChg>
        <pc:spChg chg="mod">
          <ac:chgData name="Honnore, Loic" userId="58153c04-8a3a-49f3-9566-5fc8cb2a18b2" providerId="ADAL" clId="{3E39C2D3-9B0D-4510-A578-EF8BC84DBB97}" dt="2023-11-14T13:03:04.391" v="1145"/>
          <ac:spMkLst>
            <pc:docMk/>
            <pc:sldMk cId="46956306" sldId="3241"/>
            <ac:spMk id="19" creationId="{E7F9627F-AEAC-7662-B4AC-43584B99B5DB}"/>
          </ac:spMkLst>
        </pc:spChg>
        <pc:spChg chg="mod">
          <ac:chgData name="Honnore, Loic" userId="58153c04-8a3a-49f3-9566-5fc8cb2a18b2" providerId="ADAL" clId="{3E39C2D3-9B0D-4510-A578-EF8BC84DBB97}" dt="2023-11-14T13:03:04.391" v="1145"/>
          <ac:spMkLst>
            <pc:docMk/>
            <pc:sldMk cId="46956306" sldId="3241"/>
            <ac:spMk id="20" creationId="{BCC0A928-67A9-2C59-8CC4-DB6C66F116B5}"/>
          </ac:spMkLst>
        </pc:spChg>
        <pc:spChg chg="mod">
          <ac:chgData name="Honnore, Loic" userId="58153c04-8a3a-49f3-9566-5fc8cb2a18b2" providerId="ADAL" clId="{3E39C2D3-9B0D-4510-A578-EF8BC84DBB97}" dt="2023-11-14T13:03:04.391" v="1145"/>
          <ac:spMkLst>
            <pc:docMk/>
            <pc:sldMk cId="46956306" sldId="3241"/>
            <ac:spMk id="21" creationId="{35B57881-991B-D176-77B7-BD0E00059547}"/>
          </ac:spMkLst>
        </pc:spChg>
        <pc:spChg chg="mod">
          <ac:chgData name="Honnore, Loic" userId="58153c04-8a3a-49f3-9566-5fc8cb2a18b2" providerId="ADAL" clId="{3E39C2D3-9B0D-4510-A578-EF8BC84DBB97}" dt="2023-11-14T13:03:04.391" v="1145"/>
          <ac:spMkLst>
            <pc:docMk/>
            <pc:sldMk cId="46956306" sldId="3241"/>
            <ac:spMk id="23" creationId="{1013260F-CDEB-18B6-1DBE-CB39B3F2D337}"/>
          </ac:spMkLst>
        </pc:spChg>
        <pc:spChg chg="mod">
          <ac:chgData name="Honnore, Loic" userId="58153c04-8a3a-49f3-9566-5fc8cb2a18b2" providerId="ADAL" clId="{3E39C2D3-9B0D-4510-A578-EF8BC84DBB97}" dt="2023-11-14T13:03:04.391" v="1145"/>
          <ac:spMkLst>
            <pc:docMk/>
            <pc:sldMk cId="46956306" sldId="3241"/>
            <ac:spMk id="24" creationId="{1F15F9F8-CF97-811B-EA08-8DC5FE915F73}"/>
          </ac:spMkLst>
        </pc:spChg>
        <pc:spChg chg="mod">
          <ac:chgData name="Honnore, Loic" userId="58153c04-8a3a-49f3-9566-5fc8cb2a18b2" providerId="ADAL" clId="{3E39C2D3-9B0D-4510-A578-EF8BC84DBB97}" dt="2023-11-14T13:03:04.391" v="1145"/>
          <ac:spMkLst>
            <pc:docMk/>
            <pc:sldMk cId="46956306" sldId="3241"/>
            <ac:spMk id="25" creationId="{0D1F5595-EE86-DE0B-DC70-C243F807F27B}"/>
          </ac:spMkLst>
        </pc:spChg>
        <pc:spChg chg="mod">
          <ac:chgData name="Honnore, Loic" userId="58153c04-8a3a-49f3-9566-5fc8cb2a18b2" providerId="ADAL" clId="{3E39C2D3-9B0D-4510-A578-EF8BC84DBB97}" dt="2023-11-14T13:03:04.391" v="1145"/>
          <ac:spMkLst>
            <pc:docMk/>
            <pc:sldMk cId="46956306" sldId="3241"/>
            <ac:spMk id="26" creationId="{60C1CD93-1E21-93FF-467E-5EA24BA75745}"/>
          </ac:spMkLst>
        </pc:spChg>
        <pc:spChg chg="mod">
          <ac:chgData name="Honnore, Loic" userId="58153c04-8a3a-49f3-9566-5fc8cb2a18b2" providerId="ADAL" clId="{3E39C2D3-9B0D-4510-A578-EF8BC84DBB97}" dt="2023-11-14T13:03:04.391" v="1145"/>
          <ac:spMkLst>
            <pc:docMk/>
            <pc:sldMk cId="46956306" sldId="3241"/>
            <ac:spMk id="28" creationId="{8B7C7D44-8CB6-DF2F-0064-373A11FDCB71}"/>
          </ac:spMkLst>
        </pc:spChg>
        <pc:spChg chg="mod">
          <ac:chgData name="Honnore, Loic" userId="58153c04-8a3a-49f3-9566-5fc8cb2a18b2" providerId="ADAL" clId="{3E39C2D3-9B0D-4510-A578-EF8BC84DBB97}" dt="2023-11-14T13:03:04.391" v="1145"/>
          <ac:spMkLst>
            <pc:docMk/>
            <pc:sldMk cId="46956306" sldId="3241"/>
            <ac:spMk id="29" creationId="{A077F7F7-86D0-6061-CE28-681CE2BD3B36}"/>
          </ac:spMkLst>
        </pc:spChg>
        <pc:spChg chg="mod">
          <ac:chgData name="Honnore, Loic" userId="58153c04-8a3a-49f3-9566-5fc8cb2a18b2" providerId="ADAL" clId="{3E39C2D3-9B0D-4510-A578-EF8BC84DBB97}" dt="2023-11-14T13:03:04.391" v="1145"/>
          <ac:spMkLst>
            <pc:docMk/>
            <pc:sldMk cId="46956306" sldId="3241"/>
            <ac:spMk id="30" creationId="{948BA82A-17E9-9DA7-751F-9FA03872F149}"/>
          </ac:spMkLst>
        </pc:spChg>
        <pc:spChg chg="mod">
          <ac:chgData name="Honnore, Loic" userId="58153c04-8a3a-49f3-9566-5fc8cb2a18b2" providerId="ADAL" clId="{3E39C2D3-9B0D-4510-A578-EF8BC84DBB97}" dt="2023-11-14T13:03:04.391" v="1145"/>
          <ac:spMkLst>
            <pc:docMk/>
            <pc:sldMk cId="46956306" sldId="3241"/>
            <ac:spMk id="32" creationId="{7B8550C9-C8E5-A897-0583-B86816AACFF6}"/>
          </ac:spMkLst>
        </pc:spChg>
        <pc:spChg chg="mod">
          <ac:chgData name="Honnore, Loic" userId="58153c04-8a3a-49f3-9566-5fc8cb2a18b2" providerId="ADAL" clId="{3E39C2D3-9B0D-4510-A578-EF8BC84DBB97}" dt="2023-11-14T13:03:04.391" v="1145"/>
          <ac:spMkLst>
            <pc:docMk/>
            <pc:sldMk cId="46956306" sldId="3241"/>
            <ac:spMk id="33" creationId="{1C03A106-6728-65CF-40A0-68D4517379BB}"/>
          </ac:spMkLst>
        </pc:spChg>
        <pc:spChg chg="mod">
          <ac:chgData name="Honnore, Loic" userId="58153c04-8a3a-49f3-9566-5fc8cb2a18b2" providerId="ADAL" clId="{3E39C2D3-9B0D-4510-A578-EF8BC84DBB97}" dt="2023-11-14T13:03:04.391" v="1145"/>
          <ac:spMkLst>
            <pc:docMk/>
            <pc:sldMk cId="46956306" sldId="3241"/>
            <ac:spMk id="34" creationId="{4340FA38-442B-71F5-B594-2D5B2C4CA9D5}"/>
          </ac:spMkLst>
        </pc:spChg>
        <pc:spChg chg="mod">
          <ac:chgData name="Honnore, Loic" userId="58153c04-8a3a-49f3-9566-5fc8cb2a18b2" providerId="ADAL" clId="{3E39C2D3-9B0D-4510-A578-EF8BC84DBB97}" dt="2023-11-14T13:03:04.391" v="1145"/>
          <ac:spMkLst>
            <pc:docMk/>
            <pc:sldMk cId="46956306" sldId="3241"/>
            <ac:spMk id="35" creationId="{0976233C-11CA-F77B-20EF-59582E256E67}"/>
          </ac:spMkLst>
        </pc:spChg>
        <pc:spChg chg="mod">
          <ac:chgData name="Honnore, Loic" userId="58153c04-8a3a-49f3-9566-5fc8cb2a18b2" providerId="ADAL" clId="{3E39C2D3-9B0D-4510-A578-EF8BC84DBB97}" dt="2023-11-14T13:03:04.391" v="1145"/>
          <ac:spMkLst>
            <pc:docMk/>
            <pc:sldMk cId="46956306" sldId="3241"/>
            <ac:spMk id="37" creationId="{8B55F013-4651-BA6A-8043-495B3CCF7CB1}"/>
          </ac:spMkLst>
        </pc:spChg>
        <pc:spChg chg="mod">
          <ac:chgData name="Honnore, Loic" userId="58153c04-8a3a-49f3-9566-5fc8cb2a18b2" providerId="ADAL" clId="{3E39C2D3-9B0D-4510-A578-EF8BC84DBB97}" dt="2023-11-14T13:03:04.391" v="1145"/>
          <ac:spMkLst>
            <pc:docMk/>
            <pc:sldMk cId="46956306" sldId="3241"/>
            <ac:spMk id="38" creationId="{709C12F6-85A1-FBC7-4C88-BD3FE485A91F}"/>
          </ac:spMkLst>
        </pc:spChg>
        <pc:spChg chg="mod">
          <ac:chgData name="Honnore, Loic" userId="58153c04-8a3a-49f3-9566-5fc8cb2a18b2" providerId="ADAL" clId="{3E39C2D3-9B0D-4510-A578-EF8BC84DBB97}" dt="2023-11-14T13:03:04.391" v="1145"/>
          <ac:spMkLst>
            <pc:docMk/>
            <pc:sldMk cId="46956306" sldId="3241"/>
            <ac:spMk id="39" creationId="{D105F104-8552-4256-6518-E5E5547C4AFA}"/>
          </ac:spMkLst>
        </pc:spChg>
        <pc:spChg chg="mod">
          <ac:chgData name="Honnore, Loic" userId="58153c04-8a3a-49f3-9566-5fc8cb2a18b2" providerId="ADAL" clId="{3E39C2D3-9B0D-4510-A578-EF8BC84DBB97}" dt="2023-11-14T13:03:07.964" v="1147"/>
          <ac:spMkLst>
            <pc:docMk/>
            <pc:sldMk cId="46956306" sldId="3241"/>
            <ac:spMk id="41" creationId="{23A3B817-2FE5-7653-1B44-5CBADA9E2BE1}"/>
          </ac:spMkLst>
        </pc:spChg>
        <pc:spChg chg="mod">
          <ac:chgData name="Honnore, Loic" userId="58153c04-8a3a-49f3-9566-5fc8cb2a18b2" providerId="ADAL" clId="{3E39C2D3-9B0D-4510-A578-EF8BC84DBB97}" dt="2023-11-14T13:03:07.964" v="1147"/>
          <ac:spMkLst>
            <pc:docMk/>
            <pc:sldMk cId="46956306" sldId="3241"/>
            <ac:spMk id="42" creationId="{039941E7-6E3F-F2D2-3DB5-502EEE2A4EC1}"/>
          </ac:spMkLst>
        </pc:spChg>
        <pc:spChg chg="mod">
          <ac:chgData name="Honnore, Loic" userId="58153c04-8a3a-49f3-9566-5fc8cb2a18b2" providerId="ADAL" clId="{3E39C2D3-9B0D-4510-A578-EF8BC84DBB97}" dt="2023-11-14T13:03:07.964" v="1147"/>
          <ac:spMkLst>
            <pc:docMk/>
            <pc:sldMk cId="46956306" sldId="3241"/>
            <ac:spMk id="43" creationId="{A7DA7D09-67A0-A2A5-8FCC-2C579F9AD0A9}"/>
          </ac:spMkLst>
        </pc:spChg>
        <pc:spChg chg="mod">
          <ac:chgData name="Honnore, Loic" userId="58153c04-8a3a-49f3-9566-5fc8cb2a18b2" providerId="ADAL" clId="{3E39C2D3-9B0D-4510-A578-EF8BC84DBB97}" dt="2023-11-14T13:03:07.964" v="1147"/>
          <ac:spMkLst>
            <pc:docMk/>
            <pc:sldMk cId="46956306" sldId="3241"/>
            <ac:spMk id="44" creationId="{BA668D34-B4B4-E9D7-3D09-BED05264A1CF}"/>
          </ac:spMkLst>
        </pc:spChg>
        <pc:spChg chg="mod">
          <ac:chgData name="Honnore, Loic" userId="58153c04-8a3a-49f3-9566-5fc8cb2a18b2" providerId="ADAL" clId="{3E39C2D3-9B0D-4510-A578-EF8BC84DBB97}" dt="2023-11-14T13:03:07.964" v="1147"/>
          <ac:spMkLst>
            <pc:docMk/>
            <pc:sldMk cId="46956306" sldId="3241"/>
            <ac:spMk id="46" creationId="{5BA16E8D-E103-0C13-6D71-BD62A73BA5BD}"/>
          </ac:spMkLst>
        </pc:spChg>
        <pc:spChg chg="mod">
          <ac:chgData name="Honnore, Loic" userId="58153c04-8a3a-49f3-9566-5fc8cb2a18b2" providerId="ADAL" clId="{3E39C2D3-9B0D-4510-A578-EF8BC84DBB97}" dt="2023-11-14T13:03:07.964" v="1147"/>
          <ac:spMkLst>
            <pc:docMk/>
            <pc:sldMk cId="46956306" sldId="3241"/>
            <ac:spMk id="47" creationId="{6F5DB8F7-3026-1061-D14A-4E7BF4B3C0ED}"/>
          </ac:spMkLst>
        </pc:spChg>
        <pc:spChg chg="mod">
          <ac:chgData name="Honnore, Loic" userId="58153c04-8a3a-49f3-9566-5fc8cb2a18b2" providerId="ADAL" clId="{3E39C2D3-9B0D-4510-A578-EF8BC84DBB97}" dt="2023-11-14T13:03:07.964" v="1147"/>
          <ac:spMkLst>
            <pc:docMk/>
            <pc:sldMk cId="46956306" sldId="3241"/>
            <ac:spMk id="48" creationId="{3D9D1B8D-4864-17C6-4856-5267666D548D}"/>
          </ac:spMkLst>
        </pc:spChg>
        <pc:spChg chg="mod">
          <ac:chgData name="Honnore, Loic" userId="58153c04-8a3a-49f3-9566-5fc8cb2a18b2" providerId="ADAL" clId="{3E39C2D3-9B0D-4510-A578-EF8BC84DBB97}" dt="2023-11-14T13:03:07.964" v="1147"/>
          <ac:spMkLst>
            <pc:docMk/>
            <pc:sldMk cId="46956306" sldId="3241"/>
            <ac:spMk id="50" creationId="{5666198D-0B26-B34A-A9DE-62D941BF6636}"/>
          </ac:spMkLst>
        </pc:spChg>
        <pc:spChg chg="mod">
          <ac:chgData name="Honnore, Loic" userId="58153c04-8a3a-49f3-9566-5fc8cb2a18b2" providerId="ADAL" clId="{3E39C2D3-9B0D-4510-A578-EF8BC84DBB97}" dt="2023-11-14T13:03:07.964" v="1147"/>
          <ac:spMkLst>
            <pc:docMk/>
            <pc:sldMk cId="46956306" sldId="3241"/>
            <ac:spMk id="51" creationId="{D53119B3-829C-B74C-9746-A094E278B4B4}"/>
          </ac:spMkLst>
        </pc:spChg>
        <pc:spChg chg="mod">
          <ac:chgData name="Honnore, Loic" userId="58153c04-8a3a-49f3-9566-5fc8cb2a18b2" providerId="ADAL" clId="{3E39C2D3-9B0D-4510-A578-EF8BC84DBB97}" dt="2023-11-14T13:03:07.964" v="1147"/>
          <ac:spMkLst>
            <pc:docMk/>
            <pc:sldMk cId="46956306" sldId="3241"/>
            <ac:spMk id="52" creationId="{5375BC3A-1A5B-CB38-5B54-408F4424D619}"/>
          </ac:spMkLst>
        </pc:spChg>
        <pc:spChg chg="mod">
          <ac:chgData name="Honnore, Loic" userId="58153c04-8a3a-49f3-9566-5fc8cb2a18b2" providerId="ADAL" clId="{3E39C2D3-9B0D-4510-A578-EF8BC84DBB97}" dt="2023-11-14T13:03:07.964" v="1147"/>
          <ac:spMkLst>
            <pc:docMk/>
            <pc:sldMk cId="46956306" sldId="3241"/>
            <ac:spMk id="53" creationId="{3154DF91-5CB3-72E1-ED8F-EC7A60242DCB}"/>
          </ac:spMkLst>
        </pc:spChg>
        <pc:spChg chg="mod">
          <ac:chgData name="Honnore, Loic" userId="58153c04-8a3a-49f3-9566-5fc8cb2a18b2" providerId="ADAL" clId="{3E39C2D3-9B0D-4510-A578-EF8BC84DBB97}" dt="2023-11-14T13:03:07.964" v="1147"/>
          <ac:spMkLst>
            <pc:docMk/>
            <pc:sldMk cId="46956306" sldId="3241"/>
            <ac:spMk id="55" creationId="{AE438C77-7541-9913-4349-3BFF7AA9FBEE}"/>
          </ac:spMkLst>
        </pc:spChg>
        <pc:spChg chg="mod">
          <ac:chgData name="Honnore, Loic" userId="58153c04-8a3a-49f3-9566-5fc8cb2a18b2" providerId="ADAL" clId="{3E39C2D3-9B0D-4510-A578-EF8BC84DBB97}" dt="2023-11-14T13:03:07.964" v="1147"/>
          <ac:spMkLst>
            <pc:docMk/>
            <pc:sldMk cId="46956306" sldId="3241"/>
            <ac:spMk id="56" creationId="{7A187F17-C0C7-A41C-4328-F3113751B338}"/>
          </ac:spMkLst>
        </pc:spChg>
        <pc:spChg chg="mod">
          <ac:chgData name="Honnore, Loic" userId="58153c04-8a3a-49f3-9566-5fc8cb2a18b2" providerId="ADAL" clId="{3E39C2D3-9B0D-4510-A578-EF8BC84DBB97}" dt="2023-11-14T13:03:07.964" v="1147"/>
          <ac:spMkLst>
            <pc:docMk/>
            <pc:sldMk cId="46956306" sldId="3241"/>
            <ac:spMk id="57" creationId="{9A2AC9DB-8C86-B064-4FB1-18D53F7D366F}"/>
          </ac:spMkLst>
        </pc:spChg>
        <pc:spChg chg="mod">
          <ac:chgData name="Honnore, Loic" userId="58153c04-8a3a-49f3-9566-5fc8cb2a18b2" providerId="ADAL" clId="{3E39C2D3-9B0D-4510-A578-EF8BC84DBB97}" dt="2023-11-14T13:03:07.964" v="1147"/>
          <ac:spMkLst>
            <pc:docMk/>
            <pc:sldMk cId="46956306" sldId="3241"/>
            <ac:spMk id="59" creationId="{EAABD5D8-838C-0AC0-8F17-FCC857D8921A}"/>
          </ac:spMkLst>
        </pc:spChg>
        <pc:spChg chg="mod">
          <ac:chgData name="Honnore, Loic" userId="58153c04-8a3a-49f3-9566-5fc8cb2a18b2" providerId="ADAL" clId="{3E39C2D3-9B0D-4510-A578-EF8BC84DBB97}" dt="2023-11-14T13:03:07.964" v="1147"/>
          <ac:spMkLst>
            <pc:docMk/>
            <pc:sldMk cId="46956306" sldId="3241"/>
            <ac:spMk id="60" creationId="{7D57BE1A-0768-31C9-613D-0C38A75DCB9F}"/>
          </ac:spMkLst>
        </pc:spChg>
        <pc:spChg chg="mod">
          <ac:chgData name="Honnore, Loic" userId="58153c04-8a3a-49f3-9566-5fc8cb2a18b2" providerId="ADAL" clId="{3E39C2D3-9B0D-4510-A578-EF8BC84DBB97}" dt="2023-11-14T13:03:07.964" v="1147"/>
          <ac:spMkLst>
            <pc:docMk/>
            <pc:sldMk cId="46956306" sldId="3241"/>
            <ac:spMk id="61" creationId="{467B1E75-B48F-AC5D-B3A9-DEE94E181B69}"/>
          </ac:spMkLst>
        </pc:spChg>
        <pc:spChg chg="mod">
          <ac:chgData name="Honnore, Loic" userId="58153c04-8a3a-49f3-9566-5fc8cb2a18b2" providerId="ADAL" clId="{3E39C2D3-9B0D-4510-A578-EF8BC84DBB97}" dt="2023-11-14T13:03:07.964" v="1147"/>
          <ac:spMkLst>
            <pc:docMk/>
            <pc:sldMk cId="46956306" sldId="3241"/>
            <ac:spMk id="62" creationId="{0D759FDB-5CA2-5826-61FE-0952A03F0DB5}"/>
          </ac:spMkLst>
        </pc:spChg>
        <pc:spChg chg="mod">
          <ac:chgData name="Honnore, Loic" userId="58153c04-8a3a-49f3-9566-5fc8cb2a18b2" providerId="ADAL" clId="{3E39C2D3-9B0D-4510-A578-EF8BC84DBB97}" dt="2023-11-14T13:03:07.964" v="1147"/>
          <ac:spMkLst>
            <pc:docMk/>
            <pc:sldMk cId="46956306" sldId="3241"/>
            <ac:spMk id="1024" creationId="{B8D1FDB4-827C-9045-FAF4-8D001EA032BA}"/>
          </ac:spMkLst>
        </pc:spChg>
        <pc:spChg chg="mod">
          <ac:chgData name="Honnore, Loic" userId="58153c04-8a3a-49f3-9566-5fc8cb2a18b2" providerId="ADAL" clId="{3E39C2D3-9B0D-4510-A578-EF8BC84DBB97}" dt="2023-11-14T13:03:07.964" v="1147"/>
          <ac:spMkLst>
            <pc:docMk/>
            <pc:sldMk cId="46956306" sldId="3241"/>
            <ac:spMk id="1025" creationId="{D9197E01-A3C8-03F4-1648-6B5B7AF2B2B9}"/>
          </ac:spMkLst>
        </pc:spChg>
        <pc:spChg chg="mod">
          <ac:chgData name="Honnore, Loic" userId="58153c04-8a3a-49f3-9566-5fc8cb2a18b2" providerId="ADAL" clId="{3E39C2D3-9B0D-4510-A578-EF8BC84DBB97}" dt="2023-11-14T13:03:07.964" v="1147"/>
          <ac:spMkLst>
            <pc:docMk/>
            <pc:sldMk cId="46956306" sldId="3241"/>
            <ac:spMk id="1027" creationId="{4F611115-AA03-A225-063F-9DDA59382FFC}"/>
          </ac:spMkLst>
        </pc:spChg>
        <pc:spChg chg="mod">
          <ac:chgData name="Honnore, Loic" userId="58153c04-8a3a-49f3-9566-5fc8cb2a18b2" providerId="ADAL" clId="{3E39C2D3-9B0D-4510-A578-EF8BC84DBB97}" dt="2023-11-14T13:03:07.964" v="1147"/>
          <ac:spMkLst>
            <pc:docMk/>
            <pc:sldMk cId="46956306" sldId="3241"/>
            <ac:spMk id="1029" creationId="{9E5DB14F-9117-49EA-9F60-20419B2B9C41}"/>
          </ac:spMkLst>
        </pc:spChg>
        <pc:spChg chg="mod">
          <ac:chgData name="Honnore, Loic" userId="58153c04-8a3a-49f3-9566-5fc8cb2a18b2" providerId="ADAL" clId="{3E39C2D3-9B0D-4510-A578-EF8BC84DBB97}" dt="2023-11-14T13:03:07.964" v="1147"/>
          <ac:spMkLst>
            <pc:docMk/>
            <pc:sldMk cId="46956306" sldId="3241"/>
            <ac:spMk id="1030" creationId="{D3496652-FE32-3183-CD9C-81723E9EC69B}"/>
          </ac:spMkLst>
        </pc:spChg>
        <pc:spChg chg="mod">
          <ac:chgData name="Honnore, Loic" userId="58153c04-8a3a-49f3-9566-5fc8cb2a18b2" providerId="ADAL" clId="{3E39C2D3-9B0D-4510-A578-EF8BC84DBB97}" dt="2023-11-14T13:03:07.964" v="1147"/>
          <ac:spMkLst>
            <pc:docMk/>
            <pc:sldMk cId="46956306" sldId="3241"/>
            <ac:spMk id="1031" creationId="{3FB0D466-E176-A2C8-B911-8D6B2A5705BF}"/>
          </ac:spMkLst>
        </pc:spChg>
        <pc:spChg chg="mod">
          <ac:chgData name="Honnore, Loic" userId="58153c04-8a3a-49f3-9566-5fc8cb2a18b2" providerId="ADAL" clId="{3E39C2D3-9B0D-4510-A578-EF8BC84DBB97}" dt="2023-11-14T13:03:07.964" v="1147"/>
          <ac:spMkLst>
            <pc:docMk/>
            <pc:sldMk cId="46956306" sldId="3241"/>
            <ac:spMk id="1032" creationId="{B028999C-98D1-8FBA-1593-DC470F279B36}"/>
          </ac:spMkLst>
        </pc:spChg>
        <pc:spChg chg="mod">
          <ac:chgData name="Honnore, Loic" userId="58153c04-8a3a-49f3-9566-5fc8cb2a18b2" providerId="ADAL" clId="{3E39C2D3-9B0D-4510-A578-EF8BC84DBB97}" dt="2023-11-14T13:03:07.964" v="1147"/>
          <ac:spMkLst>
            <pc:docMk/>
            <pc:sldMk cId="46956306" sldId="3241"/>
            <ac:spMk id="1034" creationId="{5089607D-1F45-DDB2-3249-A4364FFA368E}"/>
          </ac:spMkLst>
        </pc:spChg>
        <pc:spChg chg="mod">
          <ac:chgData name="Honnore, Loic" userId="58153c04-8a3a-49f3-9566-5fc8cb2a18b2" providerId="ADAL" clId="{3E39C2D3-9B0D-4510-A578-EF8BC84DBB97}" dt="2023-11-14T13:03:07.964" v="1147"/>
          <ac:spMkLst>
            <pc:docMk/>
            <pc:sldMk cId="46956306" sldId="3241"/>
            <ac:spMk id="1035" creationId="{47E8CD46-E31D-1DF7-B368-70A63E230874}"/>
          </ac:spMkLst>
        </pc:spChg>
        <pc:spChg chg="mod">
          <ac:chgData name="Honnore, Loic" userId="58153c04-8a3a-49f3-9566-5fc8cb2a18b2" providerId="ADAL" clId="{3E39C2D3-9B0D-4510-A578-EF8BC84DBB97}" dt="2023-11-14T13:03:07.964" v="1147"/>
          <ac:spMkLst>
            <pc:docMk/>
            <pc:sldMk cId="46956306" sldId="3241"/>
            <ac:spMk id="1036" creationId="{B9E3B547-D266-ACEE-141B-7084484152BE}"/>
          </ac:spMkLst>
        </pc:spChg>
        <pc:grpChg chg="add del mod">
          <ac:chgData name="Honnore, Loic" userId="58153c04-8a3a-49f3-9566-5fc8cb2a18b2" providerId="ADAL" clId="{3E39C2D3-9B0D-4510-A578-EF8BC84DBB97}" dt="2023-11-14T13:03:07.940" v="1146"/>
          <ac:grpSpMkLst>
            <pc:docMk/>
            <pc:sldMk cId="46956306" sldId="3241"/>
            <ac:grpSpMk id="4" creationId="{270135F8-AEA2-F2CA-759B-7D0090A53864}"/>
          </ac:grpSpMkLst>
        </pc:grpChg>
        <pc:grpChg chg="add del mod">
          <ac:chgData name="Honnore, Loic" userId="58153c04-8a3a-49f3-9566-5fc8cb2a18b2" providerId="ADAL" clId="{3E39C2D3-9B0D-4510-A578-EF8BC84DBB97}" dt="2023-11-14T13:03:07.940" v="1146"/>
          <ac:grpSpMkLst>
            <pc:docMk/>
            <pc:sldMk cId="46956306" sldId="3241"/>
            <ac:grpSpMk id="13" creationId="{C51EB79C-EF2B-B44F-D5E5-5A92CE902806}"/>
          </ac:grpSpMkLst>
        </pc:grpChg>
        <pc:grpChg chg="add del mod">
          <ac:chgData name="Honnore, Loic" userId="58153c04-8a3a-49f3-9566-5fc8cb2a18b2" providerId="ADAL" clId="{3E39C2D3-9B0D-4510-A578-EF8BC84DBB97}" dt="2023-11-14T13:03:07.940" v="1146"/>
          <ac:grpSpMkLst>
            <pc:docMk/>
            <pc:sldMk cId="46956306" sldId="3241"/>
            <ac:grpSpMk id="22" creationId="{7DB7B931-5512-87D0-EA2C-FC68196FC370}"/>
          </ac:grpSpMkLst>
        </pc:grpChg>
        <pc:grpChg chg="add del mod">
          <ac:chgData name="Honnore, Loic" userId="58153c04-8a3a-49f3-9566-5fc8cb2a18b2" providerId="ADAL" clId="{3E39C2D3-9B0D-4510-A578-EF8BC84DBB97}" dt="2023-11-14T13:03:07.940" v="1146"/>
          <ac:grpSpMkLst>
            <pc:docMk/>
            <pc:sldMk cId="46956306" sldId="3241"/>
            <ac:grpSpMk id="31" creationId="{2A64664C-5C15-E155-F32E-45EA88F93DF5}"/>
          </ac:grpSpMkLst>
        </pc:grpChg>
        <pc:grpChg chg="add mod">
          <ac:chgData name="Honnore, Loic" userId="58153c04-8a3a-49f3-9566-5fc8cb2a18b2" providerId="ADAL" clId="{3E39C2D3-9B0D-4510-A578-EF8BC84DBB97}" dt="2023-11-14T13:03:11.551" v="1148" actId="1076"/>
          <ac:grpSpMkLst>
            <pc:docMk/>
            <pc:sldMk cId="46956306" sldId="3241"/>
            <ac:grpSpMk id="40" creationId="{6740194C-A683-501F-3240-0F556226BEF8}"/>
          </ac:grpSpMkLst>
        </pc:grpChg>
        <pc:grpChg chg="add mod">
          <ac:chgData name="Honnore, Loic" userId="58153c04-8a3a-49f3-9566-5fc8cb2a18b2" providerId="ADAL" clId="{3E39C2D3-9B0D-4510-A578-EF8BC84DBB97}" dt="2023-11-14T13:03:11.551" v="1148" actId="1076"/>
          <ac:grpSpMkLst>
            <pc:docMk/>
            <pc:sldMk cId="46956306" sldId="3241"/>
            <ac:grpSpMk id="49" creationId="{B4726DE3-BEBF-A4C4-85E0-1384030E99D9}"/>
          </ac:grpSpMkLst>
        </pc:grpChg>
        <pc:grpChg chg="add mod">
          <ac:chgData name="Honnore, Loic" userId="58153c04-8a3a-49f3-9566-5fc8cb2a18b2" providerId="ADAL" clId="{3E39C2D3-9B0D-4510-A578-EF8BC84DBB97}" dt="2023-11-14T13:03:11.551" v="1148" actId="1076"/>
          <ac:grpSpMkLst>
            <pc:docMk/>
            <pc:sldMk cId="46956306" sldId="3241"/>
            <ac:grpSpMk id="58" creationId="{B1D8E615-DC4D-B52F-A719-07FC9119D385}"/>
          </ac:grpSpMkLst>
        </pc:grpChg>
        <pc:grpChg chg="add mod">
          <ac:chgData name="Honnore, Loic" userId="58153c04-8a3a-49f3-9566-5fc8cb2a18b2" providerId="ADAL" clId="{3E39C2D3-9B0D-4510-A578-EF8BC84DBB97}" dt="2023-11-14T13:03:11.551" v="1148" actId="1076"/>
          <ac:grpSpMkLst>
            <pc:docMk/>
            <pc:sldMk cId="46956306" sldId="3241"/>
            <ac:grpSpMk id="1028" creationId="{A4975F4A-7BB5-F8D9-52AA-E22894A0FFC5}"/>
          </ac:grpSpMkLst>
        </pc:grpChg>
        <pc:picChg chg="add del mod">
          <ac:chgData name="Honnore, Loic" userId="58153c04-8a3a-49f3-9566-5fc8cb2a18b2" providerId="ADAL" clId="{3E39C2D3-9B0D-4510-A578-EF8BC84DBB97}" dt="2023-11-14T13:01:08.269" v="1067" actId="478"/>
          <ac:picMkLst>
            <pc:docMk/>
            <pc:sldMk cId="46956306" sldId="3241"/>
            <ac:picMk id="1026" creationId="{C63C7141-7D44-5F78-7ACF-B420E4178848}"/>
          </ac:picMkLst>
        </pc:picChg>
        <pc:cxnChg chg="mod">
          <ac:chgData name="Honnore, Loic" userId="58153c04-8a3a-49f3-9566-5fc8cb2a18b2" providerId="ADAL" clId="{3E39C2D3-9B0D-4510-A578-EF8BC84DBB97}" dt="2023-11-14T13:03:04.391" v="1145"/>
          <ac:cxnSpMkLst>
            <pc:docMk/>
            <pc:sldMk cId="46956306" sldId="3241"/>
            <ac:cxnSpMk id="9" creationId="{AAF243D3-E1B8-B4CD-704B-B3962E1E41B4}"/>
          </ac:cxnSpMkLst>
        </pc:cxnChg>
        <pc:cxnChg chg="mod">
          <ac:chgData name="Honnore, Loic" userId="58153c04-8a3a-49f3-9566-5fc8cb2a18b2" providerId="ADAL" clId="{3E39C2D3-9B0D-4510-A578-EF8BC84DBB97}" dt="2023-11-14T13:03:04.391" v="1145"/>
          <ac:cxnSpMkLst>
            <pc:docMk/>
            <pc:sldMk cId="46956306" sldId="3241"/>
            <ac:cxnSpMk id="18" creationId="{F8EE9FD7-CA84-7D9F-31DC-D8F96E8FB1F1}"/>
          </ac:cxnSpMkLst>
        </pc:cxnChg>
        <pc:cxnChg chg="mod">
          <ac:chgData name="Honnore, Loic" userId="58153c04-8a3a-49f3-9566-5fc8cb2a18b2" providerId="ADAL" clId="{3E39C2D3-9B0D-4510-A578-EF8BC84DBB97}" dt="2023-11-14T13:03:04.391" v="1145"/>
          <ac:cxnSpMkLst>
            <pc:docMk/>
            <pc:sldMk cId="46956306" sldId="3241"/>
            <ac:cxnSpMk id="27" creationId="{118375D9-D809-DB7F-2644-230244A8F312}"/>
          </ac:cxnSpMkLst>
        </pc:cxnChg>
        <pc:cxnChg chg="mod">
          <ac:chgData name="Honnore, Loic" userId="58153c04-8a3a-49f3-9566-5fc8cb2a18b2" providerId="ADAL" clId="{3E39C2D3-9B0D-4510-A578-EF8BC84DBB97}" dt="2023-11-14T13:03:04.391" v="1145"/>
          <ac:cxnSpMkLst>
            <pc:docMk/>
            <pc:sldMk cId="46956306" sldId="3241"/>
            <ac:cxnSpMk id="36" creationId="{77DBD84E-C6AD-5B15-C725-698DEF9ED08B}"/>
          </ac:cxnSpMkLst>
        </pc:cxnChg>
        <pc:cxnChg chg="mod">
          <ac:chgData name="Honnore, Loic" userId="58153c04-8a3a-49f3-9566-5fc8cb2a18b2" providerId="ADAL" clId="{3E39C2D3-9B0D-4510-A578-EF8BC84DBB97}" dt="2023-11-14T13:03:07.964" v="1147"/>
          <ac:cxnSpMkLst>
            <pc:docMk/>
            <pc:sldMk cId="46956306" sldId="3241"/>
            <ac:cxnSpMk id="45" creationId="{2007D498-2F73-5C09-0832-0E1705730B42}"/>
          </ac:cxnSpMkLst>
        </pc:cxnChg>
        <pc:cxnChg chg="mod">
          <ac:chgData name="Honnore, Loic" userId="58153c04-8a3a-49f3-9566-5fc8cb2a18b2" providerId="ADAL" clId="{3E39C2D3-9B0D-4510-A578-EF8BC84DBB97}" dt="2023-11-14T13:03:07.964" v="1147"/>
          <ac:cxnSpMkLst>
            <pc:docMk/>
            <pc:sldMk cId="46956306" sldId="3241"/>
            <ac:cxnSpMk id="54" creationId="{2B15010F-C007-00B7-2036-C4EA1DBF15F2}"/>
          </ac:cxnSpMkLst>
        </pc:cxnChg>
        <pc:cxnChg chg="mod">
          <ac:chgData name="Honnore, Loic" userId="58153c04-8a3a-49f3-9566-5fc8cb2a18b2" providerId="ADAL" clId="{3E39C2D3-9B0D-4510-A578-EF8BC84DBB97}" dt="2023-11-14T13:03:07.964" v="1147"/>
          <ac:cxnSpMkLst>
            <pc:docMk/>
            <pc:sldMk cId="46956306" sldId="3241"/>
            <ac:cxnSpMk id="63" creationId="{FC7946CA-47CD-2323-8C73-C62931369212}"/>
          </ac:cxnSpMkLst>
        </pc:cxnChg>
        <pc:cxnChg chg="mod">
          <ac:chgData name="Honnore, Loic" userId="58153c04-8a3a-49f3-9566-5fc8cb2a18b2" providerId="ADAL" clId="{3E39C2D3-9B0D-4510-A578-EF8BC84DBB97}" dt="2023-11-14T13:03:07.964" v="1147"/>
          <ac:cxnSpMkLst>
            <pc:docMk/>
            <pc:sldMk cId="46956306" sldId="3241"/>
            <ac:cxnSpMk id="1033" creationId="{DC6EEF66-2C5E-657E-40DE-EEE2E21AF32D}"/>
          </ac:cxnSpMkLst>
        </pc:cxnChg>
      </pc:sldChg>
      <pc:sldChg chg="addSp delSp modSp add mod ord">
        <pc:chgData name="Honnore, Loic" userId="58153c04-8a3a-49f3-9566-5fc8cb2a18b2" providerId="ADAL" clId="{3E39C2D3-9B0D-4510-A578-EF8BC84DBB97}" dt="2023-11-14T13:07:14.367" v="1269" actId="108"/>
        <pc:sldMkLst>
          <pc:docMk/>
          <pc:sldMk cId="1483162884" sldId="3242"/>
        </pc:sldMkLst>
        <pc:spChg chg="add mod">
          <ac:chgData name="Honnore, Loic" userId="58153c04-8a3a-49f3-9566-5fc8cb2a18b2" providerId="ADAL" clId="{3E39C2D3-9B0D-4510-A578-EF8BC84DBB97}" dt="2023-11-14T13:07:00.673" v="1267" actId="14100"/>
          <ac:spMkLst>
            <pc:docMk/>
            <pc:sldMk cId="1483162884" sldId="3242"/>
            <ac:spMk id="3" creationId="{C76CF6CF-BD7B-EE12-4318-5EA92CE73BB2}"/>
          </ac:spMkLst>
        </pc:spChg>
        <pc:spChg chg="del">
          <ac:chgData name="Honnore, Loic" userId="58153c04-8a3a-49f3-9566-5fc8cb2a18b2" providerId="ADAL" clId="{3E39C2D3-9B0D-4510-A578-EF8BC84DBB97}" dt="2023-11-14T13:05:15.713" v="1211" actId="478"/>
          <ac:spMkLst>
            <pc:docMk/>
            <pc:sldMk cId="1483162884" sldId="3242"/>
            <ac:spMk id="22" creationId="{F0E2F963-BA06-4A7E-9314-9B30146913B5}"/>
          </ac:spMkLst>
        </pc:spChg>
        <pc:spChg chg="mod">
          <ac:chgData name="Honnore, Loic" userId="58153c04-8a3a-49f3-9566-5fc8cb2a18b2" providerId="ADAL" clId="{3E39C2D3-9B0D-4510-A578-EF8BC84DBB97}" dt="2023-11-14T13:04:35.648" v="1200" actId="20577"/>
          <ac:spMkLst>
            <pc:docMk/>
            <pc:sldMk cId="1483162884" sldId="3242"/>
            <ac:spMk id="24" creationId="{D9B8A80A-A0C1-4F1C-B08D-F9F56EBF7725}"/>
          </ac:spMkLst>
        </pc:spChg>
        <pc:spChg chg="mod">
          <ac:chgData name="Honnore, Loic" userId="58153c04-8a3a-49f3-9566-5fc8cb2a18b2" providerId="ADAL" clId="{3E39C2D3-9B0D-4510-A578-EF8BC84DBB97}" dt="2023-11-14T13:07:14.367" v="1269" actId="108"/>
          <ac:spMkLst>
            <pc:docMk/>
            <pc:sldMk cId="1483162884" sldId="3242"/>
            <ac:spMk id="25" creationId="{D59BDD54-C62C-4C8F-991E-DFD4BA9F4D94}"/>
          </ac:spMkLst>
        </pc:spChg>
        <pc:spChg chg="mod">
          <ac:chgData name="Honnore, Loic" userId="58153c04-8a3a-49f3-9566-5fc8cb2a18b2" providerId="ADAL" clId="{3E39C2D3-9B0D-4510-A578-EF8BC84DBB97}" dt="2023-11-14T13:03:37.944" v="1151"/>
          <ac:spMkLst>
            <pc:docMk/>
            <pc:sldMk cId="1483162884" sldId="3242"/>
            <ac:spMk id="49" creationId="{7B9ECE20-F414-D34D-BE23-972ED0A703DE}"/>
          </ac:spMkLst>
        </pc:spChg>
        <pc:spChg chg="mod">
          <ac:chgData name="Honnore, Loic" userId="58153c04-8a3a-49f3-9566-5fc8cb2a18b2" providerId="ADAL" clId="{3E39C2D3-9B0D-4510-A578-EF8BC84DBB97}" dt="2023-11-14T13:03:49.848" v="1154"/>
          <ac:spMkLst>
            <pc:docMk/>
            <pc:sldMk cId="1483162884" sldId="3242"/>
            <ac:spMk id="57" creationId="{AF52451C-8A99-AE48-AA79-BC4DEDC7FE61}"/>
          </ac:spMkLst>
        </pc:spChg>
      </pc:sldChg>
    </pc:docChg>
  </pc:docChgLst>
  <pc:docChgLst>
    <pc:chgData name="Honnore, Loic" userId="58153c04-8a3a-49f3-9566-5fc8cb2a18b2" providerId="ADAL" clId="{11DCA44F-3DBE-4025-9C80-F1ABD693FAB1}"/>
    <pc:docChg chg="custSel modSld">
      <pc:chgData name="Honnore, Loic" userId="58153c04-8a3a-49f3-9566-5fc8cb2a18b2" providerId="ADAL" clId="{11DCA44F-3DBE-4025-9C80-F1ABD693FAB1}" dt="2024-04-22T15:09:55.422" v="474" actId="1076"/>
      <pc:docMkLst>
        <pc:docMk/>
      </pc:docMkLst>
      <pc:sldChg chg="modSp mod">
        <pc:chgData name="Honnore, Loic" userId="58153c04-8a3a-49f3-9566-5fc8cb2a18b2" providerId="ADAL" clId="{11DCA44F-3DBE-4025-9C80-F1ABD693FAB1}" dt="2024-04-22T15:09:55.422" v="474" actId="1076"/>
        <pc:sldMkLst>
          <pc:docMk/>
          <pc:sldMk cId="193783907" sldId="3239"/>
        </pc:sldMkLst>
        <pc:spChg chg="mod">
          <ac:chgData name="Honnore, Loic" userId="58153c04-8a3a-49f3-9566-5fc8cb2a18b2" providerId="ADAL" clId="{11DCA44F-3DBE-4025-9C80-F1ABD693FAB1}" dt="2024-04-22T15:09:55.422" v="474" actId="1076"/>
          <ac:spMkLst>
            <pc:docMk/>
            <pc:sldMk cId="193783907" sldId="3239"/>
            <ac:spMk id="49" creationId="{7B9ECE20-F414-D34D-BE23-972ED0A703DE}"/>
          </ac:spMkLst>
        </pc:spChg>
      </pc:sldChg>
      <pc:sldChg chg="modSp mod">
        <pc:chgData name="Honnore, Loic" userId="58153c04-8a3a-49f3-9566-5fc8cb2a18b2" providerId="ADAL" clId="{11DCA44F-3DBE-4025-9C80-F1ABD693FAB1}" dt="2023-12-14T13:34:22.826" v="41" actId="20577"/>
        <pc:sldMkLst>
          <pc:docMk/>
          <pc:sldMk cId="2577362313" sldId="3240"/>
        </pc:sldMkLst>
        <pc:spChg chg="mod">
          <ac:chgData name="Honnore, Loic" userId="58153c04-8a3a-49f3-9566-5fc8cb2a18b2" providerId="ADAL" clId="{11DCA44F-3DBE-4025-9C80-F1ABD693FAB1}" dt="2023-12-14T13:34:22.826" v="41" actId="20577"/>
          <ac:spMkLst>
            <pc:docMk/>
            <pc:sldMk cId="2577362313" sldId="3240"/>
            <ac:spMk id="228" creationId="{520501F2-20B2-2E16-80D3-CEA4B2C2DEA2}"/>
          </ac:spMkLst>
        </pc:spChg>
        <pc:spChg chg="mod">
          <ac:chgData name="Honnore, Loic" userId="58153c04-8a3a-49f3-9566-5fc8cb2a18b2" providerId="ADAL" clId="{11DCA44F-3DBE-4025-9C80-F1ABD693FAB1}" dt="2023-12-14T13:34:15.406" v="15" actId="20577"/>
          <ac:spMkLst>
            <pc:docMk/>
            <pc:sldMk cId="2577362313" sldId="3240"/>
            <ac:spMk id="255" creationId="{1A46FE75-B4DF-36F8-C4C0-D681165CCB20}"/>
          </ac:spMkLst>
        </pc:spChg>
      </pc:sldChg>
    </pc:docChg>
  </pc:docChgLst>
  <pc:docChgLst>
    <pc:chgData name="Honnore, Loic" userId="58153c04-8a3a-49f3-9566-5fc8cb2a18b2" providerId="ADAL" clId="{932A2235-9D74-4590-A9E0-0934014E171A}"/>
    <pc:docChg chg="undo redo custSel modSld">
      <pc:chgData name="Honnore, Loic" userId="58153c04-8a3a-49f3-9566-5fc8cb2a18b2" providerId="ADAL" clId="{932A2235-9D74-4590-A9E0-0934014E171A}" dt="2023-11-29T10:22:43.140" v="641" actId="113"/>
      <pc:docMkLst>
        <pc:docMk/>
      </pc:docMkLst>
      <pc:sldChg chg="modSp mod">
        <pc:chgData name="Honnore, Loic" userId="58153c04-8a3a-49f3-9566-5fc8cb2a18b2" providerId="ADAL" clId="{932A2235-9D74-4590-A9E0-0934014E171A}" dt="2023-11-29T10:18:27.600" v="524" actId="20577"/>
        <pc:sldMkLst>
          <pc:docMk/>
          <pc:sldMk cId="46956306" sldId="3241"/>
        </pc:sldMkLst>
        <pc:spChg chg="mod">
          <ac:chgData name="Honnore, Loic" userId="58153c04-8a3a-49f3-9566-5fc8cb2a18b2" providerId="ADAL" clId="{932A2235-9D74-4590-A9E0-0934014E171A}" dt="2023-11-29T10:18:27.600" v="524" actId="20577"/>
          <ac:spMkLst>
            <pc:docMk/>
            <pc:sldMk cId="46956306" sldId="3241"/>
            <ac:spMk id="41" creationId="{23A3B817-2FE5-7653-1B44-5CBADA9E2BE1}"/>
          </ac:spMkLst>
        </pc:spChg>
        <pc:spChg chg="mod">
          <ac:chgData name="Honnore, Loic" userId="58153c04-8a3a-49f3-9566-5fc8cb2a18b2" providerId="ADAL" clId="{932A2235-9D74-4590-A9E0-0934014E171A}" dt="2023-11-29T10:18:01.405" v="480" actId="20577"/>
          <ac:spMkLst>
            <pc:docMk/>
            <pc:sldMk cId="46956306" sldId="3241"/>
            <ac:spMk id="42" creationId="{039941E7-6E3F-F2D2-3DB5-502EEE2A4EC1}"/>
          </ac:spMkLst>
        </pc:spChg>
        <pc:spChg chg="mod">
          <ac:chgData name="Honnore, Loic" userId="58153c04-8a3a-49f3-9566-5fc8cb2a18b2" providerId="ADAL" clId="{932A2235-9D74-4590-A9E0-0934014E171A}" dt="2023-11-29T10:17:52.366" v="465" actId="20577"/>
          <ac:spMkLst>
            <pc:docMk/>
            <pc:sldMk cId="46956306" sldId="3241"/>
            <ac:spMk id="44" creationId="{BA668D34-B4B4-E9D7-3D09-BED05264A1CF}"/>
          </ac:spMkLst>
        </pc:spChg>
        <pc:spChg chg="mod">
          <ac:chgData name="Honnore, Loic" userId="58153c04-8a3a-49f3-9566-5fc8cb2a18b2" providerId="ADAL" clId="{932A2235-9D74-4590-A9E0-0934014E171A}" dt="2023-11-29T10:18:06.032" v="487" actId="20577"/>
          <ac:spMkLst>
            <pc:docMk/>
            <pc:sldMk cId="46956306" sldId="3241"/>
            <ac:spMk id="46" creationId="{5BA16E8D-E103-0C13-6D71-BD62A73BA5BD}"/>
          </ac:spMkLst>
        </pc:spChg>
        <pc:spChg chg="mod">
          <ac:chgData name="Honnore, Loic" userId="58153c04-8a3a-49f3-9566-5fc8cb2a18b2" providerId="ADAL" clId="{932A2235-9D74-4590-A9E0-0934014E171A}" dt="2023-11-29T10:17:06.519" v="412" actId="20577"/>
          <ac:spMkLst>
            <pc:docMk/>
            <pc:sldMk cId="46956306" sldId="3241"/>
            <ac:spMk id="1029" creationId="{9E5DB14F-9117-49EA-9F60-20419B2B9C41}"/>
          </ac:spMkLst>
        </pc:spChg>
        <pc:spChg chg="mod">
          <ac:chgData name="Honnore, Loic" userId="58153c04-8a3a-49f3-9566-5fc8cb2a18b2" providerId="ADAL" clId="{932A2235-9D74-4590-A9E0-0934014E171A}" dt="2023-11-29T10:16:58.586" v="404" actId="20577"/>
          <ac:spMkLst>
            <pc:docMk/>
            <pc:sldMk cId="46956306" sldId="3241"/>
            <ac:spMk id="1031" creationId="{3FB0D466-E176-A2C8-B911-8D6B2A5705BF}"/>
          </ac:spMkLst>
        </pc:spChg>
        <pc:spChg chg="mod">
          <ac:chgData name="Honnore, Loic" userId="58153c04-8a3a-49f3-9566-5fc8cb2a18b2" providerId="ADAL" clId="{932A2235-9D74-4590-A9E0-0934014E171A}" dt="2023-11-29T10:17:13.621" v="430" actId="20577"/>
          <ac:spMkLst>
            <pc:docMk/>
            <pc:sldMk cId="46956306" sldId="3241"/>
            <ac:spMk id="1032" creationId="{B028999C-98D1-8FBA-1593-DC470F279B36}"/>
          </ac:spMkLst>
        </pc:spChg>
        <pc:spChg chg="mod">
          <ac:chgData name="Honnore, Loic" userId="58153c04-8a3a-49f3-9566-5fc8cb2a18b2" providerId="ADAL" clId="{932A2235-9D74-4590-A9E0-0934014E171A}" dt="2023-11-29T10:18:08.678" v="488" actId="20577"/>
          <ac:spMkLst>
            <pc:docMk/>
            <pc:sldMk cId="46956306" sldId="3241"/>
            <ac:spMk id="1034" creationId="{5089607D-1F45-DDB2-3249-A4364FFA368E}"/>
          </ac:spMkLst>
        </pc:spChg>
      </pc:sldChg>
      <pc:sldChg chg="addSp delSp modSp mod">
        <pc:chgData name="Honnore, Loic" userId="58153c04-8a3a-49f3-9566-5fc8cb2a18b2" providerId="ADAL" clId="{932A2235-9D74-4590-A9E0-0934014E171A}" dt="2023-11-29T10:22:43.140" v="641" actId="113"/>
        <pc:sldMkLst>
          <pc:docMk/>
          <pc:sldMk cId="1483162884" sldId="3242"/>
        </pc:sldMkLst>
        <pc:spChg chg="add del">
          <ac:chgData name="Honnore, Loic" userId="58153c04-8a3a-49f3-9566-5fc8cb2a18b2" providerId="ADAL" clId="{932A2235-9D74-4590-A9E0-0934014E171A}" dt="2023-11-29T09:58:21.857" v="1" actId="22"/>
          <ac:spMkLst>
            <pc:docMk/>
            <pc:sldMk cId="1483162884" sldId="3242"/>
            <ac:spMk id="6" creationId="{7DAA1687-6FE1-C768-FB07-61153FC73579}"/>
          </ac:spMkLst>
        </pc:spChg>
        <pc:spChg chg="mod">
          <ac:chgData name="Honnore, Loic" userId="58153c04-8a3a-49f3-9566-5fc8cb2a18b2" providerId="ADAL" clId="{932A2235-9D74-4590-A9E0-0934014E171A}" dt="2023-11-29T10:21:44.432" v="616" actId="20577"/>
          <ac:spMkLst>
            <pc:docMk/>
            <pc:sldMk cId="1483162884" sldId="3242"/>
            <ac:spMk id="24" creationId="{D9B8A80A-A0C1-4F1C-B08D-F9F56EBF7725}"/>
          </ac:spMkLst>
        </pc:spChg>
        <pc:spChg chg="mod">
          <ac:chgData name="Honnore, Loic" userId="58153c04-8a3a-49f3-9566-5fc8cb2a18b2" providerId="ADAL" clId="{932A2235-9D74-4590-A9E0-0934014E171A}" dt="2023-11-29T10:22:43.140" v="641" actId="113"/>
          <ac:spMkLst>
            <pc:docMk/>
            <pc:sldMk cId="1483162884" sldId="3242"/>
            <ac:spMk id="49" creationId="{7B9ECE20-F414-D34D-BE23-972ED0A703DE}"/>
          </ac:spMkLst>
        </pc:spChg>
        <pc:spChg chg="mod">
          <ac:chgData name="Honnore, Loic" userId="58153c04-8a3a-49f3-9566-5fc8cb2a18b2" providerId="ADAL" clId="{932A2235-9D74-4590-A9E0-0934014E171A}" dt="2023-11-29T10:20:13.514" v="559"/>
          <ac:spMkLst>
            <pc:docMk/>
            <pc:sldMk cId="1483162884" sldId="3242"/>
            <ac:spMk id="53" creationId="{1B7E2BB2-6866-1040-BA82-642BA448E82D}"/>
          </ac:spMkLst>
        </pc:spChg>
        <pc:spChg chg="mod">
          <ac:chgData name="Honnore, Loic" userId="58153c04-8a3a-49f3-9566-5fc8cb2a18b2" providerId="ADAL" clId="{932A2235-9D74-4590-A9E0-0934014E171A}" dt="2023-11-29T10:22:06.090" v="639" actId="20577"/>
          <ac:spMkLst>
            <pc:docMk/>
            <pc:sldMk cId="1483162884" sldId="3242"/>
            <ac:spMk id="60" creationId="{A6A6C634-E5EB-094C-96E1-2BDA1425C62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F0268B-AA3C-4BE5-A1DC-582ED04806B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6A3B614-5A58-4A29-A317-C6BA425E8A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6F9D444-36DD-4334-8347-7F0D6389965D}"/>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5" name="Espace réservé du pied de page 4">
            <a:extLst>
              <a:ext uri="{FF2B5EF4-FFF2-40B4-BE49-F238E27FC236}">
                <a16:creationId xmlns:a16="http://schemas.microsoft.com/office/drawing/2014/main" id="{E0477199-695F-4F8A-8C33-14FAAA23D2D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F7EE962-3E8D-42C8-AD82-E217F68C34BA}"/>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3201974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E713DB-8D6E-4E47-919E-5963C5D8542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EC5244E-264E-47B6-8D9A-BDAA2A2B88E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B613F93-4C4B-4D6C-8133-5FA44C674B8F}"/>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5" name="Espace réservé du pied de page 4">
            <a:extLst>
              <a:ext uri="{FF2B5EF4-FFF2-40B4-BE49-F238E27FC236}">
                <a16:creationId xmlns:a16="http://schemas.microsoft.com/office/drawing/2014/main" id="{CCD4104F-7F49-4C8F-9FB3-91AF8E0C354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D644153-1A5A-4992-AF08-7641C698C9AE}"/>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2483592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01A6C7-C5F9-48CB-BC26-CECD5B2834D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6DC03D89-20A9-489C-A82C-7516A60EF9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F9E1349-43BE-4E81-9A3F-AD76B03D13E8}"/>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5" name="Espace réservé du pied de page 4">
            <a:extLst>
              <a:ext uri="{FF2B5EF4-FFF2-40B4-BE49-F238E27FC236}">
                <a16:creationId xmlns:a16="http://schemas.microsoft.com/office/drawing/2014/main" id="{9803EAC4-D0DF-4D97-AA5F-E1CBA1B1A82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B615D14-7F0E-41A4-B82F-9153234EC4DE}"/>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3190634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50B3F0-BD70-41F4-8450-5B42D02CE07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3AA2E00-6E83-4A07-9A25-B3029E29332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E2D61B1-8C88-4F4F-BB95-8B7CDB4315C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2997ACE-F181-42F7-AFCC-EA6BA363922B}"/>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6" name="Espace réservé du pied de page 5">
            <a:extLst>
              <a:ext uri="{FF2B5EF4-FFF2-40B4-BE49-F238E27FC236}">
                <a16:creationId xmlns:a16="http://schemas.microsoft.com/office/drawing/2014/main" id="{1A4676BA-E2E1-43CB-AB96-902D1A5050E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BFAD095-F340-42F2-BB1E-7542362389AC}"/>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911264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D5A169-2139-41D7-A91B-418C28A4B10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881D7E2-B83D-4593-8314-CA9BC82BE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CE2CAC4-9CDE-4175-AF35-8AE852B55DB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DFDCB8E-E11B-4526-95AB-CCAAAE2215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11545E0-D1C8-4D18-9234-9C90C1C4A61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32987F3-4ABF-48CC-AA71-4E6A9577E847}"/>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8" name="Espace réservé du pied de page 7">
            <a:extLst>
              <a:ext uri="{FF2B5EF4-FFF2-40B4-BE49-F238E27FC236}">
                <a16:creationId xmlns:a16="http://schemas.microsoft.com/office/drawing/2014/main" id="{5E517BF1-1E7D-4471-9578-842EA07E6C4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7D644E9-627D-49E6-B668-24AB74CF0A59}"/>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504787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F9A604-375F-4A4B-9801-C5C8DF7954A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ADE8584-12F6-4A39-AD1D-281DEAFC8AF6}"/>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4" name="Espace réservé du pied de page 3">
            <a:extLst>
              <a:ext uri="{FF2B5EF4-FFF2-40B4-BE49-F238E27FC236}">
                <a16:creationId xmlns:a16="http://schemas.microsoft.com/office/drawing/2014/main" id="{4F28A69B-DAA4-4447-B4EC-7D6ED4C9201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2314850-AC2D-4882-A7A9-3ADEA54898CF}"/>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2433975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1D0C02C-6EE2-4BE0-99D2-6E5287AAADCB}"/>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3" name="Espace réservé du pied de page 2">
            <a:extLst>
              <a:ext uri="{FF2B5EF4-FFF2-40B4-BE49-F238E27FC236}">
                <a16:creationId xmlns:a16="http://schemas.microsoft.com/office/drawing/2014/main" id="{0C3744FB-616F-4E37-A1C8-2DF095A61D3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795A2E9-C1B5-4400-BD13-5DB9E53C9D2E}"/>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3477167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0BBD5A-FD10-489B-8A6B-AF0F3487D31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25D54F9-A930-4DA9-9B4C-CF99E1A648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0DE5DCA-205D-43FA-BAA8-A5DA6C2665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2999128-0CA4-4AD9-8F8A-1E4452637FBE}"/>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6" name="Espace réservé du pied de page 5">
            <a:extLst>
              <a:ext uri="{FF2B5EF4-FFF2-40B4-BE49-F238E27FC236}">
                <a16:creationId xmlns:a16="http://schemas.microsoft.com/office/drawing/2014/main" id="{84C3C6B9-4526-40E7-9194-FC009EDED30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F231C11-86B1-4944-A19A-E2B43BAABE03}"/>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400370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01ABAA-79F9-4232-8176-9A78BB103C5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78F4FA3-1804-43BE-AFD8-82CA4CDCE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A1A81F0-D0C1-43C8-9F2D-44E85D1A5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C2DAB98-3ECE-42D6-9CA2-3E5D7C17BA14}"/>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6" name="Espace réservé du pied de page 5">
            <a:extLst>
              <a:ext uri="{FF2B5EF4-FFF2-40B4-BE49-F238E27FC236}">
                <a16:creationId xmlns:a16="http://schemas.microsoft.com/office/drawing/2014/main" id="{5EF91EC3-FA77-4480-BB35-13B4F2C2E00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1FE023B-AE4B-42DA-BDEC-D0923D625E19}"/>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2089781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FD1170-F2A6-4007-A0D7-5FD20887D3F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09393F0-4C42-4CF3-839A-D900C5298ED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F5D57FA-2F7F-44CF-8614-011976E8BEE3}"/>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5" name="Espace réservé du pied de page 4">
            <a:extLst>
              <a:ext uri="{FF2B5EF4-FFF2-40B4-BE49-F238E27FC236}">
                <a16:creationId xmlns:a16="http://schemas.microsoft.com/office/drawing/2014/main" id="{2440308F-F81C-4F45-BBF2-072C1A02184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CC5F7F7-937A-49DE-AA4D-31F152826CE5}"/>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459855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3C43BFB-6B75-40E4-ACC7-19906D83FD5D}"/>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F4EF313-AC75-4B7A-B66C-1992ED85959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B6C8F4B-BD67-457C-B5E9-D4C79D89DE93}"/>
              </a:ext>
            </a:extLst>
          </p:cNvPr>
          <p:cNvSpPr>
            <a:spLocks noGrp="1"/>
          </p:cNvSpPr>
          <p:nvPr>
            <p:ph type="dt" sz="half" idx="10"/>
          </p:nvPr>
        </p:nvSpPr>
        <p:spPr/>
        <p:txBody>
          <a:bodyPr/>
          <a:lstStyle/>
          <a:p>
            <a:fld id="{8DD64A0B-CEFF-4E39-9355-ED9E6846D298}" type="datetimeFigureOut">
              <a:rPr lang="fr-FR" smtClean="0"/>
              <a:t>20/08/2024</a:t>
            </a:fld>
            <a:endParaRPr lang="fr-FR"/>
          </a:p>
        </p:txBody>
      </p:sp>
      <p:sp>
        <p:nvSpPr>
          <p:cNvPr id="5" name="Espace réservé du pied de page 4">
            <a:extLst>
              <a:ext uri="{FF2B5EF4-FFF2-40B4-BE49-F238E27FC236}">
                <a16:creationId xmlns:a16="http://schemas.microsoft.com/office/drawing/2014/main" id="{C5E0C9C6-4992-4624-85BD-B3EA72AAB58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9D6796D-C82B-469B-B01E-C9DF419D5703}"/>
              </a:ext>
            </a:extLst>
          </p:cNvPr>
          <p:cNvSpPr>
            <a:spLocks noGrp="1"/>
          </p:cNvSpPr>
          <p:nvPr>
            <p:ph type="sldNum" sz="quarter" idx="12"/>
          </p:nvPr>
        </p:nvSpPr>
        <p:spPr/>
        <p:txBody>
          <a:bodyPr/>
          <a:lstStyle/>
          <a:p>
            <a:fld id="{5DF9C3D9-A6AA-4610-BDC6-F57C2FFBBE81}" type="slidenum">
              <a:rPr lang="fr-FR" smtClean="0"/>
              <a:t>‹#›</a:t>
            </a:fld>
            <a:endParaRPr lang="fr-FR"/>
          </a:p>
        </p:txBody>
      </p:sp>
    </p:spTree>
    <p:extLst>
      <p:ext uri="{BB962C8B-B14F-4D97-AF65-F5344CB8AC3E}">
        <p14:creationId xmlns:p14="http://schemas.microsoft.com/office/powerpoint/2010/main" val="2495855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Subhead: Sidebar">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8EC5EC5A-100A-7147-B3DC-6BBBC38A8B41}"/>
              </a:ext>
            </a:extLst>
          </p:cNvPr>
          <p:cNvSpPr>
            <a:spLocks noGrp="1"/>
          </p:cNvSpPr>
          <p:nvPr>
            <p:ph type="body" sz="quarter" idx="14" hasCustomPrompt="1"/>
          </p:nvPr>
        </p:nvSpPr>
        <p:spPr>
          <a:xfrm>
            <a:off x="914400" y="2959100"/>
            <a:ext cx="3009900" cy="1714500"/>
          </a:xfr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1100"/>
            </a:lvl1pPr>
          </a:lstStyle>
          <a:p>
            <a:pPr lvl="0"/>
            <a:r>
              <a:rPr lang="en-US"/>
              <a:t>7 lines running intro text. Morbi </a:t>
            </a:r>
            <a:r>
              <a:rPr lang="en-US" err="1"/>
              <a:t>leo</a:t>
            </a:r>
            <a:r>
              <a:rPr lang="en-US"/>
              <a:t> </a:t>
            </a:r>
            <a:r>
              <a:rPr lang="en-US" err="1"/>
              <a:t>risus</a:t>
            </a:r>
            <a:r>
              <a:rPr lang="en-US"/>
              <a:t>, porta ac </a:t>
            </a:r>
            <a:r>
              <a:rPr lang="en-US" err="1"/>
              <a:t>consectetur</a:t>
            </a:r>
            <a:r>
              <a:rPr lang="en-US"/>
              <a:t> ac, vestibulum at eros. Donec sed </a:t>
            </a:r>
            <a:r>
              <a:rPr lang="en-US" err="1"/>
              <a:t>odio</a:t>
            </a:r>
            <a:r>
              <a:rPr lang="en-US"/>
              <a:t> dui. </a:t>
            </a:r>
            <a:r>
              <a:rPr lang="en-US" err="1"/>
              <a:t>odio</a:t>
            </a:r>
            <a:r>
              <a:rPr lang="en-US"/>
              <a:t> dui.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 Sed </a:t>
            </a:r>
            <a:r>
              <a:rPr lang="en-US" err="1"/>
              <a:t>posuere</a:t>
            </a:r>
            <a:r>
              <a:rPr lang="en-US"/>
              <a:t> </a:t>
            </a:r>
            <a:r>
              <a:rPr lang="en-US" err="1"/>
              <a:t>consectetur</a:t>
            </a:r>
            <a:r>
              <a:rPr lang="en-US"/>
              <a:t> </a:t>
            </a:r>
            <a:r>
              <a:rPr lang="en-US" err="1"/>
              <a:t>est</a:t>
            </a:r>
            <a:r>
              <a:rPr lang="en-US"/>
              <a:t> at </a:t>
            </a:r>
            <a:r>
              <a:rPr lang="en-US" err="1"/>
              <a:t>lobortis</a:t>
            </a:r>
            <a:r>
              <a:rPr lang="en-US"/>
              <a:t>.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a:t>
            </a:r>
          </a:p>
        </p:txBody>
      </p:sp>
      <p:sp>
        <p:nvSpPr>
          <p:cNvPr id="6" name="Text Placeholder 5">
            <a:extLst>
              <a:ext uri="{FF2B5EF4-FFF2-40B4-BE49-F238E27FC236}">
                <a16:creationId xmlns:a16="http://schemas.microsoft.com/office/drawing/2014/main" id="{1110A1F4-8F2A-B944-8910-489459DDC3B8}"/>
              </a:ext>
            </a:extLst>
          </p:cNvPr>
          <p:cNvSpPr>
            <a:spLocks noGrp="1"/>
          </p:cNvSpPr>
          <p:nvPr>
            <p:ph type="body" sz="quarter" idx="18" hasCustomPrompt="1"/>
          </p:nvPr>
        </p:nvSpPr>
        <p:spPr>
          <a:xfrm>
            <a:off x="914400" y="571500"/>
            <a:ext cx="3009900" cy="2190750"/>
          </a:xfrm>
        </p:spPr>
        <p:txBody>
          <a:bodyPr anchor="b"/>
          <a:lstStyle>
            <a:lvl1pPr>
              <a:lnSpc>
                <a:spcPct val="100000"/>
              </a:lnSpc>
              <a:defRPr sz="24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a:t>Click to edit slide heading</a:t>
            </a:r>
          </a:p>
        </p:txBody>
      </p:sp>
    </p:spTree>
    <p:extLst>
      <p:ext uri="{BB962C8B-B14F-4D97-AF65-F5344CB8AC3E}">
        <p14:creationId xmlns:p14="http://schemas.microsoft.com/office/powerpoint/2010/main" val="151436396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6A01C37-CC09-4F4E-941C-48141CCA24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A65FF83-B29D-4765-B4D9-AFF3F0A069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47D0D73-47DA-4D5C-9688-4998DD1C6A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D64A0B-CEFF-4E39-9355-ED9E6846D298}" type="datetimeFigureOut">
              <a:rPr lang="fr-FR" smtClean="0"/>
              <a:t>20/08/2024</a:t>
            </a:fld>
            <a:endParaRPr lang="fr-FR"/>
          </a:p>
        </p:txBody>
      </p:sp>
      <p:sp>
        <p:nvSpPr>
          <p:cNvPr id="5" name="Espace réservé du pied de page 4">
            <a:extLst>
              <a:ext uri="{FF2B5EF4-FFF2-40B4-BE49-F238E27FC236}">
                <a16:creationId xmlns:a16="http://schemas.microsoft.com/office/drawing/2014/main" id="{7471B9E5-0AC3-404D-BDD7-77F02C86D2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94ACC45-0B36-48D0-A49C-61F3842B0B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F9C3D9-A6AA-4610-BDC6-F57C2FFBBE81}" type="slidenum">
              <a:rPr lang="fr-FR" smtClean="0"/>
              <a:t>‹#›</a:t>
            </a:fld>
            <a:endParaRPr lang="fr-FR"/>
          </a:p>
        </p:txBody>
      </p:sp>
    </p:spTree>
    <p:extLst>
      <p:ext uri="{BB962C8B-B14F-4D97-AF65-F5344CB8AC3E}">
        <p14:creationId xmlns:p14="http://schemas.microsoft.com/office/powerpoint/2010/main" val="933300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About…">
            <a:extLst>
              <a:ext uri="{FF2B5EF4-FFF2-40B4-BE49-F238E27FC236}">
                <a16:creationId xmlns:a16="http://schemas.microsoft.com/office/drawing/2014/main" id="{A6A6C634-E5EB-094C-96E1-2BDA1425C628}"/>
              </a:ext>
            </a:extLst>
          </p:cNvPr>
          <p:cNvSpPr txBox="1"/>
          <p:nvPr/>
        </p:nvSpPr>
        <p:spPr>
          <a:xfrm>
            <a:off x="2783656" y="6042122"/>
            <a:ext cx="4099595" cy="22865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French - English</a:t>
            </a:r>
            <a:endParaRPr lang="en-GB" sz="1000">
              <a:solidFill>
                <a:srgbClr val="000000"/>
              </a:solidFill>
              <a:ea typeface="Open Sans Extrabold" panose="020B0906030804020204" pitchFamily="34" charset="0"/>
              <a:cs typeface="Open Sans Extrabold" panose="020B0906030804020204" pitchFamily="34" charset="0"/>
            </a:endParaRPr>
          </a:p>
        </p:txBody>
      </p:sp>
      <p:sp>
        <p:nvSpPr>
          <p:cNvPr id="61" name="About…">
            <a:extLst>
              <a:ext uri="{FF2B5EF4-FFF2-40B4-BE49-F238E27FC236}">
                <a16:creationId xmlns:a16="http://schemas.microsoft.com/office/drawing/2014/main" id="{446D9C5B-4694-A04F-99D3-6F1543C628A8}"/>
              </a:ext>
            </a:extLst>
          </p:cNvPr>
          <p:cNvSpPr txBox="1"/>
          <p:nvPr/>
        </p:nvSpPr>
        <p:spPr>
          <a:xfrm>
            <a:off x="3341341" y="5760415"/>
            <a:ext cx="1874398"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err="1"/>
              <a:t>Languages</a:t>
            </a:r>
            <a:endParaRPr lang="fr-FR" sz="1000"/>
          </a:p>
        </p:txBody>
      </p:sp>
      <p:pic>
        <p:nvPicPr>
          <p:cNvPr id="46" name="Picture 20">
            <a:extLst>
              <a:ext uri="{FF2B5EF4-FFF2-40B4-BE49-F238E27FC236}">
                <a16:creationId xmlns:a16="http://schemas.microsoft.com/office/drawing/2014/main" id="{4EE7EE9F-DAEC-E542-B57E-6C8DABE6616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3"/>
          <a:stretch/>
        </p:blipFill>
        <p:spPr>
          <a:xfrm>
            <a:off x="11840783" y="0"/>
            <a:ext cx="351217" cy="6858000"/>
          </a:xfrm>
          <a:prstGeom prst="rect">
            <a:avLst/>
          </a:prstGeom>
        </p:spPr>
      </p:pic>
      <p:sp>
        <p:nvSpPr>
          <p:cNvPr id="47" name="Studio Lead">
            <a:extLst>
              <a:ext uri="{FF2B5EF4-FFF2-40B4-BE49-F238E27FC236}">
                <a16:creationId xmlns:a16="http://schemas.microsoft.com/office/drawing/2014/main" id="{1EE7651B-2FF5-4C42-A54E-BCB23C01E80B}"/>
              </a:ext>
            </a:extLst>
          </p:cNvPr>
          <p:cNvSpPr txBox="1"/>
          <p:nvPr/>
        </p:nvSpPr>
        <p:spPr>
          <a:xfrm>
            <a:off x="497603" y="4728783"/>
            <a:ext cx="1826286" cy="38061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algn="l">
              <a:lnSpc>
                <a:spcPct val="110000"/>
              </a:lnSpc>
              <a:defRPr sz="2200" b="0">
                <a:latin typeface="Open Sans"/>
                <a:ea typeface="Open Sans"/>
                <a:cs typeface="Open Sans"/>
                <a:sym typeface="Open Sans"/>
              </a:defRPr>
            </a:lvl1pPr>
          </a:lstStyle>
          <a:p>
            <a:r>
              <a:rPr lang="fr-FR" sz="1000"/>
              <a:t>Consultant</a:t>
            </a:r>
          </a:p>
          <a:p>
            <a:r>
              <a:rPr lang="fr-FR" sz="1000"/>
              <a:t>DC</a:t>
            </a:r>
            <a:endParaRPr sz="1000"/>
          </a:p>
        </p:txBody>
      </p:sp>
      <p:sp>
        <p:nvSpPr>
          <p:cNvPr id="49" name="About…">
            <a:extLst>
              <a:ext uri="{FF2B5EF4-FFF2-40B4-BE49-F238E27FC236}">
                <a16:creationId xmlns:a16="http://schemas.microsoft.com/office/drawing/2014/main" id="{7B9ECE20-F414-D34D-BE23-972ED0A703DE}"/>
              </a:ext>
            </a:extLst>
          </p:cNvPr>
          <p:cNvSpPr txBox="1"/>
          <p:nvPr/>
        </p:nvSpPr>
        <p:spPr>
          <a:xfrm>
            <a:off x="2755189" y="807389"/>
            <a:ext cx="4099595" cy="13828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ts val="1500"/>
              </a:lnSpc>
              <a:defRPr sz="2200" b="0">
                <a:latin typeface="Open Sans"/>
                <a:ea typeface="Open Sans"/>
                <a:cs typeface="Open Sans"/>
                <a:sym typeface="Open Sans"/>
              </a:defRPr>
            </a:pPr>
            <a:r>
              <a:rPr lang="fr-FR" sz="1000">
                <a:latin typeface="Open Sans Light" panose="020B0306030504020204" pitchFamily="34" charset="0"/>
                <a:ea typeface="Open Sans Light" panose="020B0306030504020204" pitchFamily="34" charset="0"/>
                <a:cs typeface="Open Sans Light" panose="020B0306030504020204" pitchFamily="34" charset="0"/>
              </a:rPr>
              <a:t>Consultant chez Deloitte Digital, je suis diplômé de mon école d'ingénieurs (ISEP), ayant spécialisé en systèmes d'information et architecture. J'ai travaillé en tant que consultant fonctionnel Salesforce pendant 1 an, ainsi qu’en tant que développeur pendant 1 an. Ces expériences m’ont permis d’avoir un profil technico – fonctionnel sur salesforce, ce qui me permet de comprendre les enjeux métiers lors de mes développements.</a:t>
            </a:r>
          </a:p>
        </p:txBody>
      </p:sp>
      <p:sp>
        <p:nvSpPr>
          <p:cNvPr id="51" name="Studio Lead">
            <a:extLst>
              <a:ext uri="{FF2B5EF4-FFF2-40B4-BE49-F238E27FC236}">
                <a16:creationId xmlns:a16="http://schemas.microsoft.com/office/drawing/2014/main" id="{4CFAA0C0-E343-C24A-9EE0-B0909695E587}"/>
              </a:ext>
            </a:extLst>
          </p:cNvPr>
          <p:cNvSpPr txBox="1"/>
          <p:nvPr/>
        </p:nvSpPr>
        <p:spPr>
          <a:xfrm>
            <a:off x="497603" y="3792778"/>
            <a:ext cx="1826286" cy="84170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algn="l">
              <a:lnSpc>
                <a:spcPct val="110000"/>
              </a:lnSpc>
              <a:defRPr sz="2200" b="0">
                <a:latin typeface="Open Sans"/>
                <a:ea typeface="Open Sans"/>
                <a:cs typeface="Open Sans"/>
                <a:sym typeface="Open Sans"/>
              </a:defRPr>
            </a:lvl1pPr>
          </a:lstStyle>
          <a:p>
            <a:r>
              <a:rPr lang="fr-FR" sz="2400">
                <a:latin typeface="Open Sans Light" panose="020B0306030504020204" pitchFamily="34" charset="0"/>
                <a:ea typeface="Open Sans Light" panose="020B0306030504020204" pitchFamily="34" charset="0"/>
                <a:cs typeface="Open Sans Light" panose="020B0306030504020204" pitchFamily="34" charset="0"/>
              </a:rPr>
              <a:t>Loïc	</a:t>
            </a:r>
          </a:p>
          <a:p>
            <a:r>
              <a:rPr lang="fr-FR" sz="2400">
                <a:latin typeface="Open Sans Light" panose="020B0306030504020204" pitchFamily="34" charset="0"/>
                <a:ea typeface="Open Sans Light" panose="020B0306030504020204" pitchFamily="34" charset="0"/>
                <a:cs typeface="Open Sans Light" panose="020B0306030504020204" pitchFamily="34" charset="0"/>
              </a:rPr>
              <a:t>Honnoré</a:t>
            </a:r>
            <a:endParaRPr sz="240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2" name="Straight Connector 52">
            <a:extLst>
              <a:ext uri="{FF2B5EF4-FFF2-40B4-BE49-F238E27FC236}">
                <a16:creationId xmlns:a16="http://schemas.microsoft.com/office/drawing/2014/main" id="{72C35DAC-7E28-EA4E-AB5D-241F7E246651}"/>
              </a:ext>
            </a:extLst>
          </p:cNvPr>
          <p:cNvCxnSpPr>
            <a:cxnSpLocks/>
          </p:cNvCxnSpPr>
          <p:nvPr/>
        </p:nvCxnSpPr>
        <p:spPr>
          <a:xfrm flipH="1">
            <a:off x="2781326" y="664565"/>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sp>
        <p:nvSpPr>
          <p:cNvPr id="53" name="About…">
            <a:extLst>
              <a:ext uri="{FF2B5EF4-FFF2-40B4-BE49-F238E27FC236}">
                <a16:creationId xmlns:a16="http://schemas.microsoft.com/office/drawing/2014/main" id="{1B7E2BB2-6866-1040-BA82-642BA448E82D}"/>
              </a:ext>
            </a:extLst>
          </p:cNvPr>
          <p:cNvSpPr txBox="1"/>
          <p:nvPr/>
        </p:nvSpPr>
        <p:spPr>
          <a:xfrm>
            <a:off x="3326255" y="2397416"/>
            <a:ext cx="2793396" cy="21355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dirty="0" err="1"/>
              <a:t>Professionnal</a:t>
            </a:r>
            <a:r>
              <a:rPr lang="fr-FR" sz="1000" dirty="0"/>
              <a:t> background and education</a:t>
            </a:r>
          </a:p>
        </p:txBody>
      </p:sp>
      <p:sp>
        <p:nvSpPr>
          <p:cNvPr id="56" name="About…">
            <a:extLst>
              <a:ext uri="{FF2B5EF4-FFF2-40B4-BE49-F238E27FC236}">
                <a16:creationId xmlns:a16="http://schemas.microsoft.com/office/drawing/2014/main" id="{7DCE1DF3-E2EB-9C4B-9509-CC5156743034}"/>
              </a:ext>
            </a:extLst>
          </p:cNvPr>
          <p:cNvSpPr txBox="1"/>
          <p:nvPr/>
        </p:nvSpPr>
        <p:spPr>
          <a:xfrm>
            <a:off x="3302605" y="556698"/>
            <a:ext cx="1587441"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About</a:t>
            </a:r>
          </a:p>
        </p:txBody>
      </p:sp>
      <p:sp>
        <p:nvSpPr>
          <p:cNvPr id="57" name="About…">
            <a:extLst>
              <a:ext uri="{FF2B5EF4-FFF2-40B4-BE49-F238E27FC236}">
                <a16:creationId xmlns:a16="http://schemas.microsoft.com/office/drawing/2014/main" id="{AF52451C-8A99-AE48-AA79-BC4DEDC7FE61}"/>
              </a:ext>
            </a:extLst>
          </p:cNvPr>
          <p:cNvSpPr txBox="1"/>
          <p:nvPr/>
        </p:nvSpPr>
        <p:spPr>
          <a:xfrm>
            <a:off x="2804976" y="2681359"/>
            <a:ext cx="4044990" cy="9980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Depuis juin 2022 : Deloitte Digital</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Janvier 2022 – juin 2022 : Échange à UC Berkeley</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Septembre 2021 – décembre 2021 : Stage chez Deloitte Digital</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Septembre 2020 – décembre 2020 : Stage chez Deloitte Digital</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2022 : Diplômé de l'ISEP</a:t>
            </a:r>
          </a:p>
        </p:txBody>
      </p:sp>
      <p:sp>
        <p:nvSpPr>
          <p:cNvPr id="59" name="About…">
            <a:extLst>
              <a:ext uri="{FF2B5EF4-FFF2-40B4-BE49-F238E27FC236}">
                <a16:creationId xmlns:a16="http://schemas.microsoft.com/office/drawing/2014/main" id="{B483751B-FC47-1542-B9C0-878EEDA29244}"/>
              </a:ext>
            </a:extLst>
          </p:cNvPr>
          <p:cNvSpPr txBox="1"/>
          <p:nvPr/>
        </p:nvSpPr>
        <p:spPr>
          <a:xfrm>
            <a:off x="7841435" y="556700"/>
            <a:ext cx="2375705" cy="2112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Professional </a:t>
            </a:r>
            <a:r>
              <a:rPr lang="fr-FR" sz="1000" err="1"/>
              <a:t>skills</a:t>
            </a:r>
            <a:r>
              <a:rPr lang="fr-FR" sz="1000"/>
              <a:t> &amp; </a:t>
            </a:r>
            <a:r>
              <a:rPr lang="fr-FR" sz="1000" err="1"/>
              <a:t>experience</a:t>
            </a:r>
            <a:endParaRPr lang="fr-FR" sz="1000"/>
          </a:p>
        </p:txBody>
      </p:sp>
      <p:sp>
        <p:nvSpPr>
          <p:cNvPr id="63" name="About…">
            <a:extLst>
              <a:ext uri="{FF2B5EF4-FFF2-40B4-BE49-F238E27FC236}">
                <a16:creationId xmlns:a16="http://schemas.microsoft.com/office/drawing/2014/main" id="{F508D63A-217B-C74E-8239-DD7511CFF103}"/>
              </a:ext>
            </a:extLst>
          </p:cNvPr>
          <p:cNvSpPr txBox="1"/>
          <p:nvPr/>
        </p:nvSpPr>
        <p:spPr>
          <a:xfrm>
            <a:off x="7841435" y="4606253"/>
            <a:ext cx="2056032"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err="1"/>
              <a:t>Representative</a:t>
            </a:r>
            <a:r>
              <a:rPr lang="fr-FR" sz="1000"/>
              <a:t> clients</a:t>
            </a:r>
          </a:p>
        </p:txBody>
      </p:sp>
      <p:cxnSp>
        <p:nvCxnSpPr>
          <p:cNvPr id="65" name="Straight Connector 52">
            <a:extLst>
              <a:ext uri="{FF2B5EF4-FFF2-40B4-BE49-F238E27FC236}">
                <a16:creationId xmlns:a16="http://schemas.microsoft.com/office/drawing/2014/main" id="{10095D3A-E1E2-FE4C-BF9A-39FC3288CB31}"/>
              </a:ext>
            </a:extLst>
          </p:cNvPr>
          <p:cNvCxnSpPr>
            <a:cxnSpLocks/>
          </p:cNvCxnSpPr>
          <p:nvPr/>
        </p:nvCxnSpPr>
        <p:spPr>
          <a:xfrm flipH="1">
            <a:off x="2804976" y="2510256"/>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66" name="Straight Connector 52">
            <a:extLst>
              <a:ext uri="{FF2B5EF4-FFF2-40B4-BE49-F238E27FC236}">
                <a16:creationId xmlns:a16="http://schemas.microsoft.com/office/drawing/2014/main" id="{13E9A055-F7B3-CD44-B15D-8930FC1451C0}"/>
              </a:ext>
            </a:extLst>
          </p:cNvPr>
          <p:cNvCxnSpPr>
            <a:cxnSpLocks/>
          </p:cNvCxnSpPr>
          <p:nvPr/>
        </p:nvCxnSpPr>
        <p:spPr>
          <a:xfrm flipH="1">
            <a:off x="2801859" y="5881499"/>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67" name="Straight Connector 52">
            <a:extLst>
              <a:ext uri="{FF2B5EF4-FFF2-40B4-BE49-F238E27FC236}">
                <a16:creationId xmlns:a16="http://schemas.microsoft.com/office/drawing/2014/main" id="{9A5BC44D-F853-9042-A8F8-533083E3C50B}"/>
              </a:ext>
            </a:extLst>
          </p:cNvPr>
          <p:cNvCxnSpPr>
            <a:cxnSpLocks/>
          </p:cNvCxnSpPr>
          <p:nvPr/>
        </p:nvCxnSpPr>
        <p:spPr>
          <a:xfrm flipH="1">
            <a:off x="7301955" y="668521"/>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68" name="Straight Connector 52">
            <a:extLst>
              <a:ext uri="{FF2B5EF4-FFF2-40B4-BE49-F238E27FC236}">
                <a16:creationId xmlns:a16="http://schemas.microsoft.com/office/drawing/2014/main" id="{320EAA41-DBD8-4F4D-8E30-C3AF31587B8D}"/>
              </a:ext>
            </a:extLst>
          </p:cNvPr>
          <p:cNvCxnSpPr>
            <a:cxnSpLocks/>
          </p:cNvCxnSpPr>
          <p:nvPr/>
        </p:nvCxnSpPr>
        <p:spPr>
          <a:xfrm flipH="1">
            <a:off x="7301955" y="4708437"/>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sp>
        <p:nvSpPr>
          <p:cNvPr id="23" name="Deloitte Digital…">
            <a:extLst>
              <a:ext uri="{FF2B5EF4-FFF2-40B4-BE49-F238E27FC236}">
                <a16:creationId xmlns:a16="http://schemas.microsoft.com/office/drawing/2014/main" id="{FF5699E3-7DCE-429D-A04F-5E6846B4D646}"/>
              </a:ext>
            </a:extLst>
          </p:cNvPr>
          <p:cNvSpPr txBox="1"/>
          <p:nvPr/>
        </p:nvSpPr>
        <p:spPr>
          <a:xfrm>
            <a:off x="498735" y="5321329"/>
            <a:ext cx="1824022" cy="5498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gn="l">
              <a:lnSpc>
                <a:spcPct val="110000"/>
              </a:lnSpc>
              <a:defRPr sz="2200" b="0">
                <a:latin typeface="Open Sans Bold"/>
                <a:ea typeface="Open Sans Bold"/>
                <a:cs typeface="Open Sans Bold"/>
                <a:sym typeface="Open Sans Bold"/>
              </a:defRPr>
            </a:pPr>
            <a:r>
              <a:rPr sz="1000"/>
              <a:t>Deloitte Digital</a:t>
            </a:r>
          </a:p>
          <a:p>
            <a:pPr algn="l">
              <a:lnSpc>
                <a:spcPct val="110000"/>
              </a:lnSpc>
              <a:defRPr sz="2200" b="0">
                <a:latin typeface="Open Sans"/>
                <a:ea typeface="Open Sans"/>
                <a:cs typeface="Open Sans"/>
                <a:sym typeface="Open Sans"/>
              </a:defRPr>
            </a:pPr>
            <a:r>
              <a:rPr sz="1000"/>
              <a:t>+33 6 </a:t>
            </a:r>
            <a:r>
              <a:rPr lang="fr-FR" sz="1000"/>
              <a:t>49 54 81 95</a:t>
            </a:r>
            <a:endParaRPr sz="1000"/>
          </a:p>
          <a:p>
            <a:pPr algn="l">
              <a:lnSpc>
                <a:spcPct val="110000"/>
              </a:lnSpc>
              <a:defRPr sz="2200" b="0">
                <a:latin typeface="Open Sans"/>
                <a:ea typeface="Open Sans"/>
                <a:cs typeface="Open Sans"/>
                <a:sym typeface="Open Sans"/>
              </a:defRPr>
            </a:pPr>
            <a:r>
              <a:rPr lang="fr-FR" sz="1000" err="1"/>
              <a:t>lhonnore</a:t>
            </a:r>
            <a:r>
              <a:rPr sz="1000"/>
              <a:t>@deloitte.fr</a:t>
            </a:r>
          </a:p>
        </p:txBody>
      </p:sp>
      <p:sp>
        <p:nvSpPr>
          <p:cNvPr id="24" name="About…">
            <a:extLst>
              <a:ext uri="{FF2B5EF4-FFF2-40B4-BE49-F238E27FC236}">
                <a16:creationId xmlns:a16="http://schemas.microsoft.com/office/drawing/2014/main" id="{D9B8A80A-A0C1-4F1C-B08D-F9F56EBF7725}"/>
              </a:ext>
            </a:extLst>
          </p:cNvPr>
          <p:cNvSpPr txBox="1"/>
          <p:nvPr/>
        </p:nvSpPr>
        <p:spPr>
          <a:xfrm>
            <a:off x="7286193" y="826955"/>
            <a:ext cx="4099595" cy="253697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fontAlgn="base">
              <a:lnSpc>
                <a:spcPts val="1500"/>
              </a:lnSpc>
              <a:spcBef>
                <a:spcPct val="0"/>
              </a:spcBef>
              <a:spcAft>
                <a:spcPct val="0"/>
              </a:spcAft>
            </a:pPr>
            <a:r>
              <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rPr>
              <a:t>Compétences Techniques</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Développement front-end en Aura</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Développement back-end en Apex</a:t>
            </a: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HTML/CSS/</a:t>
            </a:r>
            <a:r>
              <a:rPr lang="en-GB" sz="100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Javascript</a:t>
            </a:r>
            <a:endPar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171450" lvl="2" indent="-171450" fontAlgn="base">
              <a:lnSpc>
                <a:spcPts val="1500"/>
              </a:lnSpc>
              <a:spcBef>
                <a:spcPct val="0"/>
              </a:spcBef>
              <a:spcAft>
                <a:spcPct val="0"/>
              </a:spcAft>
              <a:buSzPct val="50000"/>
              <a:buFont typeface="Arial" panose="020B0604020202020204" pitchFamily="34" charset="0"/>
              <a:buChar char="•"/>
              <a:defRPr/>
            </a:pP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PHP</a:t>
            </a:r>
          </a:p>
          <a:p>
            <a:pPr marL="171450" lvl="2" indent="-171450" fontAlgn="base">
              <a:lnSpc>
                <a:spcPts val="1500"/>
              </a:lnSpc>
              <a:spcBef>
                <a:spcPct val="0"/>
              </a:spcBef>
              <a:spcAft>
                <a:spcPct val="0"/>
              </a:spcAft>
              <a:buSzPct val="50000"/>
              <a:buFont typeface="Arial" panose="020B0604020202020204" pitchFamily="34" charset="0"/>
              <a:buChar char="•"/>
              <a:defRPr/>
            </a:pP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React</a:t>
            </a:r>
          </a:p>
          <a:p>
            <a:pPr marL="171450" lvl="2" indent="-171450" fontAlgn="base">
              <a:lnSpc>
                <a:spcPts val="1500"/>
              </a:lnSpc>
              <a:spcBef>
                <a:spcPct val="0"/>
              </a:spcBef>
              <a:spcAft>
                <a:spcPct val="0"/>
              </a:spcAft>
              <a:buSzPct val="50000"/>
              <a:buFont typeface="Arial" panose="020B0604020202020204" pitchFamily="34" charset="0"/>
              <a:buChar char="•"/>
              <a:defRPr/>
            </a:pP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NodeJS</a:t>
            </a:r>
          </a:p>
          <a:p>
            <a:pPr marL="171450" lvl="2" indent="-171450" fontAlgn="base">
              <a:lnSpc>
                <a:spcPts val="1500"/>
              </a:lnSpc>
              <a:spcBef>
                <a:spcPct val="0"/>
              </a:spcBef>
              <a:spcAft>
                <a:spcPct val="0"/>
              </a:spcAft>
              <a:buSzPct val="50000"/>
              <a:buFont typeface="Arial" panose="020B0604020202020204" pitchFamily="34" charset="0"/>
              <a:buChar char="•"/>
              <a:defRPr/>
            </a:pPr>
            <a:endPar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0" lvl="2" fontAlgn="base">
              <a:lnSpc>
                <a:spcPts val="1500"/>
              </a:lnSpc>
              <a:spcBef>
                <a:spcPct val="0"/>
              </a:spcBef>
              <a:spcAft>
                <a:spcPct val="0"/>
              </a:spcAft>
              <a:buSzPct val="50000"/>
              <a:defRPr/>
            </a:pPr>
            <a:r>
              <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rPr>
              <a:t>Compétences Fonctionnelles </a:t>
            </a:r>
          </a:p>
          <a:p>
            <a:pPr marL="171450" lvl="2" indent="-171450" fontAlgn="base">
              <a:lnSpc>
                <a:spcPts val="1500"/>
              </a:lnSpc>
              <a:spcBef>
                <a:spcPct val="0"/>
              </a:spcBef>
              <a:spcAft>
                <a:spcPct val="0"/>
              </a:spcAft>
              <a:buSzPct val="50000"/>
              <a:buFont typeface="Arial" panose="020B0604020202020204" pitchFamily="34" charset="0"/>
              <a:buChar char="•"/>
              <a:defRPr/>
            </a:pP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Product Owner </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Gestion de Projet / Cadrage de Projet</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Gestion du Changement</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Connaissance ISO 9001</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Design UX</a:t>
            </a:r>
            <a:endPar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5" name="About…">
            <a:extLst>
              <a:ext uri="{FF2B5EF4-FFF2-40B4-BE49-F238E27FC236}">
                <a16:creationId xmlns:a16="http://schemas.microsoft.com/office/drawing/2014/main" id="{D59BDD54-C62C-4C8F-991E-DFD4BA9F4D94}"/>
              </a:ext>
            </a:extLst>
          </p:cNvPr>
          <p:cNvSpPr txBox="1"/>
          <p:nvPr/>
        </p:nvSpPr>
        <p:spPr>
          <a:xfrm>
            <a:off x="7283752" y="4887960"/>
            <a:ext cx="4099595" cy="22865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rPr>
              <a:t>Pharmaceutique  	</a:t>
            </a:r>
            <a:r>
              <a:rPr lang="en-GB" sz="1000" err="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Servier</a:t>
            </a:r>
            <a:endPar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2" name="About…">
            <a:extLst>
              <a:ext uri="{FF2B5EF4-FFF2-40B4-BE49-F238E27FC236}">
                <a16:creationId xmlns:a16="http://schemas.microsoft.com/office/drawing/2014/main" id="{F0E2F963-BA06-4A7E-9314-9B30146913B5}"/>
              </a:ext>
            </a:extLst>
          </p:cNvPr>
          <p:cNvSpPr txBox="1"/>
          <p:nvPr/>
        </p:nvSpPr>
        <p:spPr>
          <a:xfrm>
            <a:off x="7281421" y="5109400"/>
            <a:ext cx="4099595" cy="6133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rPr>
              <a:t>Mobilité                   	</a:t>
            </a: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Europcar mobility group</a:t>
            </a:r>
          </a:p>
          <a:p>
            <a:pPr marL="0" lvl="2" fontAlgn="base">
              <a:lnSpc>
                <a:spcPts val="1500"/>
              </a:lnSpc>
              <a:spcBef>
                <a:spcPct val="0"/>
              </a:spcBef>
              <a:spcAft>
                <a:spcPct val="0"/>
              </a:spcAft>
              <a:buSzPct val="50000"/>
              <a:defRPr/>
            </a:pPr>
            <a:r>
              <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rPr>
              <a:t>Transformation énergétique    </a:t>
            </a: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Hellio</a:t>
            </a:r>
          </a:p>
          <a:p>
            <a:pPr marL="0" lvl="2" fontAlgn="base">
              <a:lnSpc>
                <a:spcPts val="1500"/>
              </a:lnSpc>
              <a:spcBef>
                <a:spcPct val="0"/>
              </a:spcBef>
              <a:spcAft>
                <a:spcPct val="0"/>
              </a:spcAft>
              <a:buSzPct val="50000"/>
              <a:defRPr/>
            </a:pPr>
            <a:r>
              <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rPr>
              <a:t>Banque</a:t>
            </a: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Banque Française Mutualiste</a:t>
            </a:r>
          </a:p>
        </p:txBody>
      </p:sp>
      <p:sp>
        <p:nvSpPr>
          <p:cNvPr id="2" name="About…">
            <a:extLst>
              <a:ext uri="{FF2B5EF4-FFF2-40B4-BE49-F238E27FC236}">
                <a16:creationId xmlns:a16="http://schemas.microsoft.com/office/drawing/2014/main" id="{824C72F6-2234-2902-07B3-80FFD7CE062F}"/>
              </a:ext>
            </a:extLst>
          </p:cNvPr>
          <p:cNvSpPr txBox="1"/>
          <p:nvPr/>
        </p:nvSpPr>
        <p:spPr>
          <a:xfrm>
            <a:off x="3326255" y="4090534"/>
            <a:ext cx="2793396" cy="21355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Certifications</a:t>
            </a:r>
          </a:p>
        </p:txBody>
      </p:sp>
      <p:cxnSp>
        <p:nvCxnSpPr>
          <p:cNvPr id="4" name="Straight Connector 52">
            <a:extLst>
              <a:ext uri="{FF2B5EF4-FFF2-40B4-BE49-F238E27FC236}">
                <a16:creationId xmlns:a16="http://schemas.microsoft.com/office/drawing/2014/main" id="{A2EB38DE-DB2C-47B3-D57E-7955242F0C3F}"/>
              </a:ext>
            </a:extLst>
          </p:cNvPr>
          <p:cNvCxnSpPr>
            <a:cxnSpLocks/>
          </p:cNvCxnSpPr>
          <p:nvPr/>
        </p:nvCxnSpPr>
        <p:spPr>
          <a:xfrm flipH="1">
            <a:off x="2804976" y="4203374"/>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5C0EE122-32F4-9EEA-EC4F-91BE048B3612}"/>
              </a:ext>
            </a:extLst>
          </p:cNvPr>
          <p:cNvSpPr txBox="1"/>
          <p:nvPr/>
        </p:nvSpPr>
        <p:spPr>
          <a:xfrm>
            <a:off x="2755189" y="4390727"/>
            <a:ext cx="4429405" cy="462050"/>
          </a:xfrm>
          <a:prstGeom prst="rect">
            <a:avLst/>
          </a:prstGeom>
          <a:noFill/>
        </p:spPr>
        <p:txBody>
          <a:bodyPr wrap="square">
            <a:spAutoFit/>
          </a:bodyPr>
          <a:lstStyle/>
          <a:p>
            <a:pPr marL="171450" marR="0" lvl="2" indent="-171450" algn="l" defTabSz="914400" rtl="0" eaLnBrk="1" fontAlgn="base" latinLnBrk="0" hangingPunct="1">
              <a:lnSpc>
                <a:spcPts val="1500"/>
              </a:lnSpc>
              <a:spcBef>
                <a:spcPct val="0"/>
              </a:spcBef>
              <a:spcAft>
                <a:spcPct val="0"/>
              </a:spcAft>
              <a:buClrTx/>
              <a:buSzPct val="50000"/>
              <a:buFont typeface="Arial" panose="020B0604020202020204" pitchFamily="34" charset="0"/>
              <a:buChar char="•"/>
              <a:tabLst/>
              <a:defRPr/>
            </a:pPr>
            <a:r>
              <a:rPr kumimoji="0" lang="fr-FR" sz="1000" b="0" i="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Mulesoft Developer Level 1</a:t>
            </a:r>
          </a:p>
          <a:p>
            <a:pPr marL="171450" marR="0" lvl="2" indent="-171450" algn="l" defTabSz="914400" rtl="0" eaLnBrk="1" fontAlgn="base" latinLnBrk="0" hangingPunct="1">
              <a:lnSpc>
                <a:spcPts val="1500"/>
              </a:lnSpc>
              <a:spcBef>
                <a:spcPct val="0"/>
              </a:spcBef>
              <a:spcAft>
                <a:spcPct val="0"/>
              </a:spcAft>
              <a:buClrTx/>
              <a:buSzPct val="50000"/>
              <a:buFont typeface="Arial" panose="020B0604020202020204" pitchFamily="34" charset="0"/>
              <a:buChar char="•"/>
              <a:tabLst/>
              <a:defRPr/>
            </a:pPr>
            <a:r>
              <a:rPr kumimoji="0" lang="fr-FR" sz="1000" b="0" i="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Salesforce Associate</a:t>
            </a:r>
          </a:p>
        </p:txBody>
      </p:sp>
      <p:pic>
        <p:nvPicPr>
          <p:cNvPr id="14" name="Image 13" descr="Une image contenant habits, Visage humain, personne, noir et blanc&#10;&#10;Description générée automatiquement">
            <a:extLst>
              <a:ext uri="{FF2B5EF4-FFF2-40B4-BE49-F238E27FC236}">
                <a16:creationId xmlns:a16="http://schemas.microsoft.com/office/drawing/2014/main" id="{6ACE17AC-CEE3-7ADF-21A7-C81B08955CC1}"/>
              </a:ext>
            </a:extLst>
          </p:cNvPr>
          <p:cNvPicPr>
            <a:picLocks noChangeAspect="1"/>
          </p:cNvPicPr>
          <p:nvPr/>
        </p:nvPicPr>
        <p:blipFill rotWithShape="1">
          <a:blip r:embed="rId3">
            <a:extLst>
              <a:ext uri="{28A0092B-C50C-407E-A947-70E740481C1C}">
                <a14:useLocalDpi xmlns:a14="http://schemas.microsoft.com/office/drawing/2010/main" val="0"/>
              </a:ext>
            </a:extLst>
          </a:blip>
          <a:srcRect l="7112" t="11420" r="8308" b="20152"/>
          <a:stretch/>
        </p:blipFill>
        <p:spPr>
          <a:xfrm>
            <a:off x="103941" y="369841"/>
            <a:ext cx="2515180" cy="3052232"/>
          </a:xfrm>
          <a:prstGeom prst="rect">
            <a:avLst/>
          </a:prstGeom>
        </p:spPr>
      </p:pic>
    </p:spTree>
    <p:extLst>
      <p:ext uri="{BB962C8B-B14F-4D97-AF65-F5344CB8AC3E}">
        <p14:creationId xmlns:p14="http://schemas.microsoft.com/office/powerpoint/2010/main" val="19378390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About…">
            <a:extLst>
              <a:ext uri="{FF2B5EF4-FFF2-40B4-BE49-F238E27FC236}">
                <a16:creationId xmlns:a16="http://schemas.microsoft.com/office/drawing/2014/main" id="{8D9D6759-3C0E-0EA3-F330-83AD419FDF45}"/>
              </a:ext>
            </a:extLst>
          </p:cNvPr>
          <p:cNvSpPr txBox="1"/>
          <p:nvPr/>
        </p:nvSpPr>
        <p:spPr>
          <a:xfrm>
            <a:off x="4054629" y="243224"/>
            <a:ext cx="3881989" cy="211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solidFill>
                  <a:prstClr val="black"/>
                </a:solidFill>
                <a:latin typeface="Open Sans Bold"/>
                <a:ea typeface="Open Sans Bold"/>
                <a:cs typeface="Open Sans Bold"/>
                <a:sym typeface="Open Sans Bold"/>
              </a:rPr>
              <a:t>Projets représentatifs</a:t>
            </a:r>
          </a:p>
        </p:txBody>
      </p:sp>
      <p:grpSp>
        <p:nvGrpSpPr>
          <p:cNvPr id="227" name="Group 104">
            <a:extLst>
              <a:ext uri="{FF2B5EF4-FFF2-40B4-BE49-F238E27FC236}">
                <a16:creationId xmlns:a16="http://schemas.microsoft.com/office/drawing/2014/main" id="{C0F87E5D-E2C9-F2D9-046B-3E899DA5FBE4}"/>
              </a:ext>
            </a:extLst>
          </p:cNvPr>
          <p:cNvGrpSpPr/>
          <p:nvPr/>
        </p:nvGrpSpPr>
        <p:grpSpPr>
          <a:xfrm>
            <a:off x="4018871" y="2538790"/>
            <a:ext cx="4417547" cy="1201233"/>
            <a:chOff x="5922888" y="876245"/>
            <a:chExt cx="4417547" cy="1201233"/>
          </a:xfrm>
        </p:grpSpPr>
        <p:sp>
          <p:nvSpPr>
            <p:cNvPr id="228" name="TextBox 105">
              <a:extLst>
                <a:ext uri="{FF2B5EF4-FFF2-40B4-BE49-F238E27FC236}">
                  <a16:creationId xmlns:a16="http://schemas.microsoft.com/office/drawing/2014/main" id="{520501F2-20B2-2E16-80D3-CEA4B2C2DEA2}"/>
                </a:ext>
              </a:extLst>
            </p:cNvPr>
            <p:cNvSpPr txBox="1"/>
            <p:nvPr/>
          </p:nvSpPr>
          <p:spPr>
            <a:xfrm>
              <a:off x="6133740" y="876502"/>
              <a:ext cx="3211804" cy="318229"/>
            </a:xfrm>
            <a:prstGeom prst="rect">
              <a:avLst/>
            </a:prstGeom>
            <a:noFill/>
          </p:spPr>
          <p:txBody>
            <a:bodyPr wrap="square" lIns="0" tIns="0" rIns="0" bIns="0">
              <a:spAutoFit/>
            </a:bodyPr>
            <a:lstStyle/>
            <a:p>
              <a:pPr marL="0" marR="0" lvl="0" indent="0"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Chef de projet / PO sur Salesforce</a:t>
              </a:r>
            </a:p>
            <a:p>
              <a:pPr marL="0" marR="0" lvl="0" indent="0"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Fonctionnel sur Salesforce</a:t>
              </a:r>
            </a:p>
          </p:txBody>
        </p:sp>
        <p:sp>
          <p:nvSpPr>
            <p:cNvPr id="229" name="Rounded Rectangle 106">
              <a:extLst>
                <a:ext uri="{FF2B5EF4-FFF2-40B4-BE49-F238E27FC236}">
                  <a16:creationId xmlns:a16="http://schemas.microsoft.com/office/drawing/2014/main" id="{41A5494D-F18A-9B81-ADEF-3648ABFFCEAF}"/>
                </a:ext>
              </a:extLst>
            </p:cNvPr>
            <p:cNvSpPr/>
            <p:nvPr/>
          </p:nvSpPr>
          <p:spPr>
            <a:xfrm>
              <a:off x="6133740" y="1883649"/>
              <a:ext cx="1088968" cy="193148"/>
            </a:xfrm>
            <a:prstGeom prst="roundRect">
              <a:avLst/>
            </a:prstGeom>
            <a:solidFill>
              <a:srgbClr val="9DD4CF">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Fonctionnel</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30" name="Rounded Rectangle 107">
              <a:extLst>
                <a:ext uri="{FF2B5EF4-FFF2-40B4-BE49-F238E27FC236}">
                  <a16:creationId xmlns:a16="http://schemas.microsoft.com/office/drawing/2014/main" id="{6DBF04B7-89B3-2E98-6192-C0991623DADE}"/>
                </a:ext>
              </a:extLst>
            </p:cNvPr>
            <p:cNvSpPr/>
            <p:nvPr/>
          </p:nvSpPr>
          <p:spPr>
            <a:xfrm>
              <a:off x="7314133" y="1883649"/>
              <a:ext cx="1090800" cy="193148"/>
            </a:xfrm>
            <a:prstGeom prst="roundRect">
              <a:avLst/>
            </a:prstGeom>
            <a:solidFill>
              <a:sysClr val="window" lastClr="FFFFFF">
                <a:lumMod val="9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Agile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31" name="TextBox 108">
              <a:extLst>
                <a:ext uri="{FF2B5EF4-FFF2-40B4-BE49-F238E27FC236}">
                  <a16:creationId xmlns:a16="http://schemas.microsoft.com/office/drawing/2014/main" id="{5485F1A6-6697-60D3-D949-E495615833E2}"/>
                </a:ext>
              </a:extLst>
            </p:cNvPr>
            <p:cNvSpPr txBox="1"/>
            <p:nvPr/>
          </p:nvSpPr>
          <p:spPr>
            <a:xfrm>
              <a:off x="6133738" y="1284350"/>
              <a:ext cx="3706897" cy="492443"/>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Conception de fonctionnalités Salesforce, chef de projet (PO dans le cadre de l’agile). Traduction des besoins métier en fonctionnalité Salesforce. Conduite du changement suite aux mises en production, suivi des utilisations de chaque projet. Le tout dans un cadre Agile. </a:t>
              </a:r>
            </a:p>
          </p:txBody>
        </p:sp>
        <p:cxnSp>
          <p:nvCxnSpPr>
            <p:cNvPr id="232" name="Straight Connector 52">
              <a:extLst>
                <a:ext uri="{FF2B5EF4-FFF2-40B4-BE49-F238E27FC236}">
                  <a16:creationId xmlns:a16="http://schemas.microsoft.com/office/drawing/2014/main" id="{5B50DE6B-E42A-F45C-EF6D-64FB91E05180}"/>
                </a:ext>
              </a:extLst>
            </p:cNvPr>
            <p:cNvCxnSpPr>
              <a:cxnSpLocks/>
            </p:cNvCxnSpPr>
            <p:nvPr/>
          </p:nvCxnSpPr>
          <p:spPr>
            <a:xfrm flipV="1">
              <a:off x="5982869" y="876246"/>
              <a:ext cx="0" cy="1201232"/>
            </a:xfrm>
            <a:prstGeom prst="line">
              <a:avLst/>
            </a:prstGeom>
            <a:noFill/>
            <a:ln w="19050" cap="flat" cmpd="sng" algn="ctr">
              <a:solidFill>
                <a:srgbClr val="9DD4CF"/>
              </a:solidFill>
              <a:prstDash val="solid"/>
            </a:ln>
            <a:effectLst/>
          </p:spPr>
        </p:cxnSp>
        <p:sp>
          <p:nvSpPr>
            <p:cNvPr id="233" name="Rounded Rectangle 110">
              <a:extLst>
                <a:ext uri="{FF2B5EF4-FFF2-40B4-BE49-F238E27FC236}">
                  <a16:creationId xmlns:a16="http://schemas.microsoft.com/office/drawing/2014/main" id="{6389AEAD-0F1F-F44E-D63F-13422A908112}"/>
                </a:ext>
              </a:extLst>
            </p:cNvPr>
            <p:cNvSpPr/>
            <p:nvPr/>
          </p:nvSpPr>
          <p:spPr>
            <a:xfrm>
              <a:off x="8496358" y="1883649"/>
              <a:ext cx="1090800" cy="193148"/>
            </a:xfrm>
            <a:prstGeom prst="roundRect">
              <a:avLst/>
            </a:prstGeom>
            <a:solidFill>
              <a:srgbClr val="E3E48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fr-FR" sz="700" b="0" i="0" u="none" strike="noStrike" kern="0" cap="none" spc="0" normalizeH="0" baseline="0" noProof="0">
                  <a:ln>
                    <a:noFill/>
                  </a:ln>
                  <a:solidFill>
                    <a:prstClr val="black"/>
                  </a:solidFill>
                  <a:effectLst/>
                  <a:uLnTx/>
                  <a:uFillTx/>
                  <a:latin typeface="Open Sans"/>
                  <a:ea typeface="+mn-ea"/>
                  <a:cs typeface="+mn-cs"/>
                </a:rPr>
                <a:t>Salesforce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34" name="TextBox 111">
              <a:extLst>
                <a:ext uri="{FF2B5EF4-FFF2-40B4-BE49-F238E27FC236}">
                  <a16:creationId xmlns:a16="http://schemas.microsoft.com/office/drawing/2014/main" id="{4874DCFA-BCAD-4CB3-40FD-0B37B74E095E}"/>
                </a:ext>
              </a:extLst>
            </p:cNvPr>
            <p:cNvSpPr txBox="1"/>
            <p:nvPr/>
          </p:nvSpPr>
          <p:spPr>
            <a:xfrm>
              <a:off x="8708785" y="876502"/>
              <a:ext cx="1631650" cy="318229"/>
            </a:xfrm>
            <a:prstGeom prst="rect">
              <a:avLst/>
            </a:prstGeom>
            <a:noFill/>
          </p:spPr>
          <p:txBody>
            <a:bodyPr wrap="square" lIns="0" tIns="0" rIns="0" bIns="0">
              <a:spAutoFit/>
            </a:bodyPr>
            <a:lstStyle/>
            <a:p>
              <a:pPr marL="0" marR="0" lvl="0" indent="0" algn="r"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Hellio</a:t>
              </a:r>
            </a:p>
            <a:p>
              <a:pPr marL="0" marR="0" lvl="0" indent="0" algn="r"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9 mois</a:t>
              </a:r>
            </a:p>
          </p:txBody>
        </p:sp>
        <p:sp>
          <p:nvSpPr>
            <p:cNvPr id="235" name="Oval 112">
              <a:extLst>
                <a:ext uri="{FF2B5EF4-FFF2-40B4-BE49-F238E27FC236}">
                  <a16:creationId xmlns:a16="http://schemas.microsoft.com/office/drawing/2014/main" id="{1CDFDF94-ABC2-76C2-EEBE-DE8E7A1F1752}"/>
                </a:ext>
              </a:extLst>
            </p:cNvPr>
            <p:cNvSpPr/>
            <p:nvPr/>
          </p:nvSpPr>
          <p:spPr bwMode="gray">
            <a:xfrm>
              <a:off x="5922888" y="876245"/>
              <a:ext cx="119961" cy="119961"/>
            </a:xfrm>
            <a:prstGeom prst="ellipse">
              <a:avLst/>
            </a:prstGeom>
            <a:solidFill>
              <a:srgbClr val="9DD4C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FR" sz="1800" b="0" i="0" u="none" strike="noStrike" kern="0" cap="none" spc="0" normalizeH="0" baseline="0" noProof="0">
                <a:ln>
                  <a:noFill/>
                </a:ln>
                <a:solidFill>
                  <a:prstClr val="black"/>
                </a:solidFill>
                <a:effectLst/>
                <a:uLnTx/>
                <a:uFillTx/>
                <a:latin typeface="Open Sans"/>
              </a:endParaRPr>
            </a:p>
          </p:txBody>
        </p:sp>
      </p:grpSp>
      <p:grpSp>
        <p:nvGrpSpPr>
          <p:cNvPr id="236" name="Group 2">
            <a:extLst>
              <a:ext uri="{FF2B5EF4-FFF2-40B4-BE49-F238E27FC236}">
                <a16:creationId xmlns:a16="http://schemas.microsoft.com/office/drawing/2014/main" id="{C5F3F8BE-4472-3D8B-BEFA-0F17FDED47DD}"/>
              </a:ext>
            </a:extLst>
          </p:cNvPr>
          <p:cNvGrpSpPr/>
          <p:nvPr/>
        </p:nvGrpSpPr>
        <p:grpSpPr>
          <a:xfrm>
            <a:off x="4018871" y="3926200"/>
            <a:ext cx="4417547" cy="1201233"/>
            <a:chOff x="5922888" y="876245"/>
            <a:chExt cx="4417547" cy="1201233"/>
          </a:xfrm>
        </p:grpSpPr>
        <p:sp>
          <p:nvSpPr>
            <p:cNvPr id="237" name="TextBox 4">
              <a:extLst>
                <a:ext uri="{FF2B5EF4-FFF2-40B4-BE49-F238E27FC236}">
                  <a16:creationId xmlns:a16="http://schemas.microsoft.com/office/drawing/2014/main" id="{EDE965D7-D5F0-6F72-3DEB-820C41DA4FFA}"/>
                </a:ext>
              </a:extLst>
            </p:cNvPr>
            <p:cNvSpPr txBox="1"/>
            <p:nvPr/>
          </p:nvSpPr>
          <p:spPr>
            <a:xfrm>
              <a:off x="6133740" y="876502"/>
              <a:ext cx="3211804" cy="318229"/>
            </a:xfrm>
            <a:prstGeom prst="rect">
              <a:avLst/>
            </a:prstGeom>
            <a:noFill/>
          </p:spPr>
          <p:txBody>
            <a:bodyPr wrap="square" lIns="0" tIns="0" rIns="0" bIns="0">
              <a:spAutoFit/>
            </a:bodyPr>
            <a:lstStyle/>
            <a:p>
              <a:pPr marL="0" marR="0" lvl="0" indent="0"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Assistant cadrage de projet </a:t>
              </a:r>
            </a:p>
            <a:p>
              <a:pPr marL="0" marR="0" lvl="0" indent="0"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Cadrage d’un projet d’intégration PROs et Zuora</a:t>
              </a:r>
            </a:p>
          </p:txBody>
        </p:sp>
        <p:sp>
          <p:nvSpPr>
            <p:cNvPr id="238" name="Rounded Rectangle 6">
              <a:extLst>
                <a:ext uri="{FF2B5EF4-FFF2-40B4-BE49-F238E27FC236}">
                  <a16:creationId xmlns:a16="http://schemas.microsoft.com/office/drawing/2014/main" id="{0081A608-3BF4-3FD9-FBBE-941BFD0AE1BA}"/>
                </a:ext>
              </a:extLst>
            </p:cNvPr>
            <p:cNvSpPr/>
            <p:nvPr/>
          </p:nvSpPr>
          <p:spPr>
            <a:xfrm>
              <a:off x="6133740" y="1883649"/>
              <a:ext cx="1088968" cy="193148"/>
            </a:xfrm>
            <a:prstGeom prst="roundRect">
              <a:avLst/>
            </a:prstGeom>
            <a:solidFill>
              <a:srgbClr val="62B5E5">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Cadrage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39" name="Rounded Rectangle 7">
              <a:extLst>
                <a:ext uri="{FF2B5EF4-FFF2-40B4-BE49-F238E27FC236}">
                  <a16:creationId xmlns:a16="http://schemas.microsoft.com/office/drawing/2014/main" id="{51A6CD22-7B44-8E7B-80A5-93794C0D56AE}"/>
                </a:ext>
              </a:extLst>
            </p:cNvPr>
            <p:cNvSpPr/>
            <p:nvPr/>
          </p:nvSpPr>
          <p:spPr>
            <a:xfrm>
              <a:off x="7314133" y="1883649"/>
              <a:ext cx="1090800" cy="193148"/>
            </a:xfrm>
            <a:prstGeom prst="roundRect">
              <a:avLst/>
            </a:prstGeom>
            <a:solidFill>
              <a:sysClr val="window" lastClr="FFFFFF">
                <a:lumMod val="9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PROs</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40" name="TextBox 8">
              <a:extLst>
                <a:ext uri="{FF2B5EF4-FFF2-40B4-BE49-F238E27FC236}">
                  <a16:creationId xmlns:a16="http://schemas.microsoft.com/office/drawing/2014/main" id="{013BFED0-2069-893F-5433-018BD80D44CA}"/>
                </a:ext>
              </a:extLst>
            </p:cNvPr>
            <p:cNvSpPr txBox="1"/>
            <p:nvPr/>
          </p:nvSpPr>
          <p:spPr>
            <a:xfrm>
              <a:off x="6133738" y="1284350"/>
              <a:ext cx="3419697" cy="492443"/>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Cadrage du projet europcar pour intégrer les logiciels de pricing et billing PROs et Zuora. Etablissement du périmètre, de la cartographie des capacités, du plan projet et du budget de l’équipe Deloitte allouée au projet. Participation à la proposition commerciale suite à la mission.</a:t>
              </a:r>
            </a:p>
          </p:txBody>
        </p:sp>
        <p:cxnSp>
          <p:nvCxnSpPr>
            <p:cNvPr id="241" name="Straight Connector 52">
              <a:extLst>
                <a:ext uri="{FF2B5EF4-FFF2-40B4-BE49-F238E27FC236}">
                  <a16:creationId xmlns:a16="http://schemas.microsoft.com/office/drawing/2014/main" id="{450C01AF-46BF-415C-294E-1527691DB96E}"/>
                </a:ext>
              </a:extLst>
            </p:cNvPr>
            <p:cNvCxnSpPr>
              <a:cxnSpLocks/>
            </p:cNvCxnSpPr>
            <p:nvPr/>
          </p:nvCxnSpPr>
          <p:spPr>
            <a:xfrm flipV="1">
              <a:off x="5982869" y="876246"/>
              <a:ext cx="0" cy="1201232"/>
            </a:xfrm>
            <a:prstGeom prst="line">
              <a:avLst/>
            </a:prstGeom>
            <a:noFill/>
            <a:ln w="19050" cap="flat" cmpd="sng" algn="ctr">
              <a:solidFill>
                <a:srgbClr val="9DD4CF"/>
              </a:solidFill>
              <a:prstDash val="solid"/>
            </a:ln>
            <a:effectLst/>
          </p:spPr>
        </p:cxnSp>
        <p:sp>
          <p:nvSpPr>
            <p:cNvPr id="242" name="Rounded Rectangle 14">
              <a:extLst>
                <a:ext uri="{FF2B5EF4-FFF2-40B4-BE49-F238E27FC236}">
                  <a16:creationId xmlns:a16="http://schemas.microsoft.com/office/drawing/2014/main" id="{698D8AE6-3F9E-C2BB-1C1C-6C8E80F1448F}"/>
                </a:ext>
              </a:extLst>
            </p:cNvPr>
            <p:cNvSpPr/>
            <p:nvPr/>
          </p:nvSpPr>
          <p:spPr>
            <a:xfrm>
              <a:off x="8496358" y="1883649"/>
              <a:ext cx="1090800" cy="193148"/>
            </a:xfrm>
            <a:prstGeom prst="roundRect">
              <a:avLst/>
            </a:prstGeom>
            <a:solidFill>
              <a:srgbClr val="E3E48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fr-FR" sz="700" b="0" i="0" u="none" strike="noStrike" kern="0" cap="none" spc="0" normalizeH="0" baseline="0" noProof="0">
                  <a:ln>
                    <a:noFill/>
                  </a:ln>
                  <a:solidFill>
                    <a:prstClr val="black"/>
                  </a:solidFill>
                  <a:effectLst/>
                  <a:uLnTx/>
                  <a:uFillTx/>
                  <a:latin typeface="Open Sans"/>
                  <a:ea typeface="+mn-ea"/>
                  <a:cs typeface="+mn-cs"/>
                </a:rPr>
                <a:t>Zuora</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43" name="TextBox 15">
              <a:extLst>
                <a:ext uri="{FF2B5EF4-FFF2-40B4-BE49-F238E27FC236}">
                  <a16:creationId xmlns:a16="http://schemas.microsoft.com/office/drawing/2014/main" id="{4E4CA7D5-8AC8-CAB8-2EB4-4C2E35A63C09}"/>
                </a:ext>
              </a:extLst>
            </p:cNvPr>
            <p:cNvSpPr txBox="1"/>
            <p:nvPr/>
          </p:nvSpPr>
          <p:spPr>
            <a:xfrm>
              <a:off x="8708785" y="876502"/>
              <a:ext cx="1631650" cy="318229"/>
            </a:xfrm>
            <a:prstGeom prst="rect">
              <a:avLst/>
            </a:prstGeom>
            <a:noFill/>
          </p:spPr>
          <p:txBody>
            <a:bodyPr wrap="square" lIns="0" tIns="0" rIns="0" bIns="0">
              <a:spAutoFit/>
            </a:bodyPr>
            <a:lstStyle/>
            <a:p>
              <a:pPr marL="0" marR="0" lvl="0" indent="0" algn="r"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Europcar</a:t>
              </a:r>
            </a:p>
            <a:p>
              <a:pPr marL="0" marR="0" lvl="0" indent="0" algn="r"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1 mois</a:t>
              </a:r>
            </a:p>
          </p:txBody>
        </p:sp>
        <p:sp>
          <p:nvSpPr>
            <p:cNvPr id="244" name="Oval 16">
              <a:extLst>
                <a:ext uri="{FF2B5EF4-FFF2-40B4-BE49-F238E27FC236}">
                  <a16:creationId xmlns:a16="http://schemas.microsoft.com/office/drawing/2014/main" id="{C34F94B1-9801-5F78-6FB3-1BB3BA4C8A42}"/>
                </a:ext>
              </a:extLst>
            </p:cNvPr>
            <p:cNvSpPr/>
            <p:nvPr/>
          </p:nvSpPr>
          <p:spPr bwMode="gray">
            <a:xfrm>
              <a:off x="5922888" y="876245"/>
              <a:ext cx="119961" cy="119961"/>
            </a:xfrm>
            <a:prstGeom prst="ellipse">
              <a:avLst/>
            </a:prstGeom>
            <a:solidFill>
              <a:srgbClr val="9DD4C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FR" sz="1800" b="0" i="0" u="none" strike="noStrike" kern="0" cap="none" spc="0" normalizeH="0" baseline="0" noProof="0">
                <a:ln>
                  <a:noFill/>
                </a:ln>
                <a:solidFill>
                  <a:prstClr val="black"/>
                </a:solidFill>
                <a:effectLst/>
                <a:uLnTx/>
                <a:uFillTx/>
                <a:latin typeface="Open Sans"/>
              </a:endParaRPr>
            </a:p>
          </p:txBody>
        </p:sp>
      </p:grpSp>
      <p:grpSp>
        <p:nvGrpSpPr>
          <p:cNvPr id="245" name="Group 17">
            <a:extLst>
              <a:ext uri="{FF2B5EF4-FFF2-40B4-BE49-F238E27FC236}">
                <a16:creationId xmlns:a16="http://schemas.microsoft.com/office/drawing/2014/main" id="{184F96DD-C013-C110-94AE-13F83A66FC89}"/>
              </a:ext>
            </a:extLst>
          </p:cNvPr>
          <p:cNvGrpSpPr/>
          <p:nvPr/>
        </p:nvGrpSpPr>
        <p:grpSpPr>
          <a:xfrm>
            <a:off x="4018871" y="5313610"/>
            <a:ext cx="4417547" cy="1201233"/>
            <a:chOff x="5922888" y="876245"/>
            <a:chExt cx="4417547" cy="1201233"/>
          </a:xfrm>
        </p:grpSpPr>
        <p:sp>
          <p:nvSpPr>
            <p:cNvPr id="246" name="TextBox 18">
              <a:extLst>
                <a:ext uri="{FF2B5EF4-FFF2-40B4-BE49-F238E27FC236}">
                  <a16:creationId xmlns:a16="http://schemas.microsoft.com/office/drawing/2014/main" id="{046A0DD3-A64C-C31D-714D-22B714427184}"/>
                </a:ext>
              </a:extLst>
            </p:cNvPr>
            <p:cNvSpPr txBox="1"/>
            <p:nvPr/>
          </p:nvSpPr>
          <p:spPr>
            <a:xfrm>
              <a:off x="6133740" y="876502"/>
              <a:ext cx="3211804" cy="318229"/>
            </a:xfrm>
            <a:prstGeom prst="rect">
              <a:avLst/>
            </a:prstGeom>
            <a:noFill/>
          </p:spPr>
          <p:txBody>
            <a:bodyPr wrap="square" lIns="0" tIns="0" rIns="0" bIns="0">
              <a:spAutoFit/>
            </a:bodyPr>
            <a:lstStyle/>
            <a:p>
              <a:pPr marL="0" marR="0" lvl="0" indent="0"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Développeur Salesforce</a:t>
              </a:r>
            </a:p>
            <a:p>
              <a:pPr marL="0" marR="0" lvl="0" indent="0"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Intégration de Salesforce chez Servier</a:t>
              </a:r>
            </a:p>
          </p:txBody>
        </p:sp>
        <p:sp>
          <p:nvSpPr>
            <p:cNvPr id="247" name="Rounded Rectangle 19">
              <a:extLst>
                <a:ext uri="{FF2B5EF4-FFF2-40B4-BE49-F238E27FC236}">
                  <a16:creationId xmlns:a16="http://schemas.microsoft.com/office/drawing/2014/main" id="{D9FC4A11-CF92-FE01-421E-4826FAE36B81}"/>
                </a:ext>
              </a:extLst>
            </p:cNvPr>
            <p:cNvSpPr/>
            <p:nvPr/>
          </p:nvSpPr>
          <p:spPr>
            <a:xfrm>
              <a:off x="6133740" y="1883649"/>
              <a:ext cx="1088968" cy="193148"/>
            </a:xfrm>
            <a:prstGeom prst="roundRect">
              <a:avLst/>
            </a:prstGeom>
            <a:solidFill>
              <a:srgbClr val="9DD4CF">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Développeur</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48" name="Rounded Rectangle 20">
              <a:extLst>
                <a:ext uri="{FF2B5EF4-FFF2-40B4-BE49-F238E27FC236}">
                  <a16:creationId xmlns:a16="http://schemas.microsoft.com/office/drawing/2014/main" id="{2111D620-E0DA-8672-CCFA-8DED6462B21D}"/>
                </a:ext>
              </a:extLst>
            </p:cNvPr>
            <p:cNvSpPr/>
            <p:nvPr/>
          </p:nvSpPr>
          <p:spPr>
            <a:xfrm>
              <a:off x="7314133" y="1883649"/>
              <a:ext cx="1090800" cy="193148"/>
            </a:xfrm>
            <a:prstGeom prst="roundRect">
              <a:avLst/>
            </a:prstGeom>
            <a:solidFill>
              <a:srgbClr val="62B5E5">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Agile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49" name="TextBox 21">
              <a:extLst>
                <a:ext uri="{FF2B5EF4-FFF2-40B4-BE49-F238E27FC236}">
                  <a16:creationId xmlns:a16="http://schemas.microsoft.com/office/drawing/2014/main" id="{33C619CF-4EE2-8E16-4684-2E3FEBF41446}"/>
                </a:ext>
              </a:extLst>
            </p:cNvPr>
            <p:cNvSpPr txBox="1"/>
            <p:nvPr/>
          </p:nvSpPr>
          <p:spPr>
            <a:xfrm>
              <a:off x="6133738" y="1284350"/>
              <a:ext cx="3419697" cy="492443"/>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Développeur Salesforce en APEX, LWC et gestion de la base de donnée en SOQL. Intérgration complète dans l’équipe de développeur. Travail en agile  exclusivement avec développement de user story dans des sprints de 2 semaines.</a:t>
              </a:r>
            </a:p>
          </p:txBody>
        </p:sp>
        <p:cxnSp>
          <p:nvCxnSpPr>
            <p:cNvPr id="250" name="Straight Connector 52">
              <a:extLst>
                <a:ext uri="{FF2B5EF4-FFF2-40B4-BE49-F238E27FC236}">
                  <a16:creationId xmlns:a16="http://schemas.microsoft.com/office/drawing/2014/main" id="{EAB5B363-4121-2EC2-13B0-8B5AC8850BAF}"/>
                </a:ext>
              </a:extLst>
            </p:cNvPr>
            <p:cNvCxnSpPr>
              <a:cxnSpLocks/>
            </p:cNvCxnSpPr>
            <p:nvPr/>
          </p:nvCxnSpPr>
          <p:spPr>
            <a:xfrm flipV="1">
              <a:off x="5982869" y="876246"/>
              <a:ext cx="0" cy="1201232"/>
            </a:xfrm>
            <a:prstGeom prst="line">
              <a:avLst/>
            </a:prstGeom>
            <a:noFill/>
            <a:ln w="19050" cap="flat" cmpd="sng" algn="ctr">
              <a:solidFill>
                <a:srgbClr val="9DD4CF"/>
              </a:solidFill>
              <a:prstDash val="solid"/>
            </a:ln>
            <a:effectLst/>
          </p:spPr>
        </p:cxnSp>
        <p:sp>
          <p:nvSpPr>
            <p:cNvPr id="251" name="Rounded Rectangle 34">
              <a:extLst>
                <a:ext uri="{FF2B5EF4-FFF2-40B4-BE49-F238E27FC236}">
                  <a16:creationId xmlns:a16="http://schemas.microsoft.com/office/drawing/2014/main" id="{B8B5ABD7-E790-86DC-4E19-2E4C56D0D5C6}"/>
                </a:ext>
              </a:extLst>
            </p:cNvPr>
            <p:cNvSpPr/>
            <p:nvPr/>
          </p:nvSpPr>
          <p:spPr>
            <a:xfrm>
              <a:off x="8496358" y="1883649"/>
              <a:ext cx="1090800" cy="193148"/>
            </a:xfrm>
            <a:prstGeom prst="roundRect">
              <a:avLst/>
            </a:prstGeom>
            <a:solidFill>
              <a:srgbClr val="E3E48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fr-FR" sz="700" b="0" i="0" u="none" strike="noStrike" kern="0" cap="none" spc="0" normalizeH="0" baseline="0" noProof="0">
                  <a:ln>
                    <a:noFill/>
                  </a:ln>
                  <a:solidFill>
                    <a:prstClr val="black"/>
                  </a:solidFill>
                  <a:effectLst/>
                  <a:uLnTx/>
                  <a:uFillTx/>
                  <a:latin typeface="Open Sans"/>
                  <a:ea typeface="+mn-ea"/>
                  <a:cs typeface="+mn-cs"/>
                </a:rPr>
                <a:t>Salesforce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52" name="TextBox 35">
              <a:extLst>
                <a:ext uri="{FF2B5EF4-FFF2-40B4-BE49-F238E27FC236}">
                  <a16:creationId xmlns:a16="http://schemas.microsoft.com/office/drawing/2014/main" id="{18313985-7447-1EC5-51F9-BD43CB171616}"/>
                </a:ext>
              </a:extLst>
            </p:cNvPr>
            <p:cNvSpPr txBox="1"/>
            <p:nvPr/>
          </p:nvSpPr>
          <p:spPr>
            <a:xfrm>
              <a:off x="8708785" y="876502"/>
              <a:ext cx="1631650" cy="318229"/>
            </a:xfrm>
            <a:prstGeom prst="rect">
              <a:avLst/>
            </a:prstGeom>
            <a:noFill/>
          </p:spPr>
          <p:txBody>
            <a:bodyPr wrap="square" lIns="0" tIns="0" rIns="0" bIns="0">
              <a:spAutoFit/>
            </a:bodyPr>
            <a:lstStyle/>
            <a:p>
              <a:pPr marL="0" marR="0" lvl="0" indent="0" algn="r"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Servier</a:t>
              </a:r>
            </a:p>
            <a:p>
              <a:pPr marL="0" marR="0" lvl="0" indent="0" algn="r"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5 mois</a:t>
              </a:r>
            </a:p>
          </p:txBody>
        </p:sp>
        <p:sp>
          <p:nvSpPr>
            <p:cNvPr id="253" name="Oval 36">
              <a:extLst>
                <a:ext uri="{FF2B5EF4-FFF2-40B4-BE49-F238E27FC236}">
                  <a16:creationId xmlns:a16="http://schemas.microsoft.com/office/drawing/2014/main" id="{86450C63-96F5-94A3-5238-3D3B527D8E99}"/>
                </a:ext>
              </a:extLst>
            </p:cNvPr>
            <p:cNvSpPr/>
            <p:nvPr/>
          </p:nvSpPr>
          <p:spPr bwMode="gray">
            <a:xfrm>
              <a:off x="5922888" y="876245"/>
              <a:ext cx="119961" cy="119961"/>
            </a:xfrm>
            <a:prstGeom prst="ellipse">
              <a:avLst/>
            </a:prstGeom>
            <a:solidFill>
              <a:srgbClr val="9DD4C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FR" sz="1800" b="0" i="0" u="none" strike="noStrike" kern="0" cap="none" spc="0" normalizeH="0" baseline="0" noProof="0">
                <a:ln>
                  <a:noFill/>
                </a:ln>
                <a:solidFill>
                  <a:prstClr val="black"/>
                </a:solidFill>
                <a:effectLst/>
                <a:uLnTx/>
                <a:uFillTx/>
                <a:latin typeface="Open Sans"/>
              </a:endParaRPr>
            </a:p>
          </p:txBody>
        </p:sp>
      </p:grpSp>
      <p:grpSp>
        <p:nvGrpSpPr>
          <p:cNvPr id="254" name="Group 104">
            <a:extLst>
              <a:ext uri="{FF2B5EF4-FFF2-40B4-BE49-F238E27FC236}">
                <a16:creationId xmlns:a16="http://schemas.microsoft.com/office/drawing/2014/main" id="{5267F3BA-E480-5328-B1E7-F5934778340C}"/>
              </a:ext>
            </a:extLst>
          </p:cNvPr>
          <p:cNvGrpSpPr/>
          <p:nvPr/>
        </p:nvGrpSpPr>
        <p:grpSpPr>
          <a:xfrm>
            <a:off x="4018871" y="1243861"/>
            <a:ext cx="4417547" cy="1201233"/>
            <a:chOff x="5922888" y="876245"/>
            <a:chExt cx="4417547" cy="1201233"/>
          </a:xfrm>
        </p:grpSpPr>
        <p:sp>
          <p:nvSpPr>
            <p:cNvPr id="255" name="TextBox 105">
              <a:extLst>
                <a:ext uri="{FF2B5EF4-FFF2-40B4-BE49-F238E27FC236}">
                  <a16:creationId xmlns:a16="http://schemas.microsoft.com/office/drawing/2014/main" id="{1A46FE75-B4DF-36F8-C4C0-D681165CCB20}"/>
                </a:ext>
              </a:extLst>
            </p:cNvPr>
            <p:cNvSpPr txBox="1"/>
            <p:nvPr/>
          </p:nvSpPr>
          <p:spPr>
            <a:xfrm>
              <a:off x="6133740" y="876502"/>
              <a:ext cx="3211804" cy="318229"/>
            </a:xfrm>
            <a:prstGeom prst="rect">
              <a:avLst/>
            </a:prstGeom>
            <a:noFill/>
          </p:spPr>
          <p:txBody>
            <a:bodyPr wrap="square" lIns="0" tIns="0" rIns="0" bIns="0">
              <a:spAutoFit/>
            </a:bodyPr>
            <a:lstStyle/>
            <a:p>
              <a:pPr marL="0" marR="0" lvl="0" indent="0"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Assistant cadrage de projet </a:t>
              </a:r>
            </a:p>
            <a:p>
              <a:pPr marL="0" marR="0" lvl="0" indent="0"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Cadrage d’un projet d’intégration Salesforce</a:t>
              </a:r>
            </a:p>
          </p:txBody>
        </p:sp>
        <p:sp>
          <p:nvSpPr>
            <p:cNvPr id="256" name="Rounded Rectangle 106">
              <a:extLst>
                <a:ext uri="{FF2B5EF4-FFF2-40B4-BE49-F238E27FC236}">
                  <a16:creationId xmlns:a16="http://schemas.microsoft.com/office/drawing/2014/main" id="{AE842B9D-0C3F-B952-5411-6A8FF581CE92}"/>
                </a:ext>
              </a:extLst>
            </p:cNvPr>
            <p:cNvSpPr/>
            <p:nvPr/>
          </p:nvSpPr>
          <p:spPr>
            <a:xfrm>
              <a:off x="6133740" y="1883649"/>
              <a:ext cx="1088968" cy="193148"/>
            </a:xfrm>
            <a:prstGeom prst="roundRect">
              <a:avLst/>
            </a:prstGeom>
            <a:solidFill>
              <a:srgbClr val="9DD4CF">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Cadrage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57" name="Rounded Rectangle 107">
              <a:extLst>
                <a:ext uri="{FF2B5EF4-FFF2-40B4-BE49-F238E27FC236}">
                  <a16:creationId xmlns:a16="http://schemas.microsoft.com/office/drawing/2014/main" id="{BB6E5B32-6791-7D48-6629-0C86DAA62A12}"/>
                </a:ext>
              </a:extLst>
            </p:cNvPr>
            <p:cNvSpPr/>
            <p:nvPr/>
          </p:nvSpPr>
          <p:spPr>
            <a:xfrm>
              <a:off x="7314133" y="1883649"/>
              <a:ext cx="1090800" cy="193148"/>
            </a:xfrm>
            <a:prstGeom prst="roundRect">
              <a:avLst/>
            </a:prstGeom>
            <a:solidFill>
              <a:sysClr val="window" lastClr="FFFFFF">
                <a:lumMod val="9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Propale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58" name="TextBox 108">
              <a:extLst>
                <a:ext uri="{FF2B5EF4-FFF2-40B4-BE49-F238E27FC236}">
                  <a16:creationId xmlns:a16="http://schemas.microsoft.com/office/drawing/2014/main" id="{EAA2070C-996E-F290-B532-F1C0D4CA688A}"/>
                </a:ext>
              </a:extLst>
            </p:cNvPr>
            <p:cNvSpPr txBox="1"/>
            <p:nvPr/>
          </p:nvSpPr>
          <p:spPr>
            <a:xfrm>
              <a:off x="6133738" y="1284350"/>
              <a:ext cx="3706897" cy="492443"/>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Cadrage du projet avec Salesforce sur l’intégration de Financial Service Cloud, Marketing cloud et Analytic dans la Banque Française Mutualiste. Gestion des ateliers, création des livrables &amp; contribution à la proposition commerciale de la BFM.</a:t>
              </a:r>
            </a:p>
          </p:txBody>
        </p:sp>
        <p:cxnSp>
          <p:nvCxnSpPr>
            <p:cNvPr id="259" name="Straight Connector 52">
              <a:extLst>
                <a:ext uri="{FF2B5EF4-FFF2-40B4-BE49-F238E27FC236}">
                  <a16:creationId xmlns:a16="http://schemas.microsoft.com/office/drawing/2014/main" id="{13D0DA6D-8FAC-CA78-C4E5-D548879324B9}"/>
                </a:ext>
              </a:extLst>
            </p:cNvPr>
            <p:cNvCxnSpPr>
              <a:cxnSpLocks/>
            </p:cNvCxnSpPr>
            <p:nvPr/>
          </p:nvCxnSpPr>
          <p:spPr>
            <a:xfrm flipV="1">
              <a:off x="5982869" y="876246"/>
              <a:ext cx="0" cy="1201232"/>
            </a:xfrm>
            <a:prstGeom prst="line">
              <a:avLst/>
            </a:prstGeom>
            <a:noFill/>
            <a:ln w="19050" cap="flat" cmpd="sng" algn="ctr">
              <a:solidFill>
                <a:srgbClr val="9DD4CF"/>
              </a:solidFill>
              <a:prstDash val="solid"/>
            </a:ln>
            <a:effectLst/>
          </p:spPr>
        </p:cxnSp>
        <p:sp>
          <p:nvSpPr>
            <p:cNvPr id="260" name="Rounded Rectangle 110">
              <a:extLst>
                <a:ext uri="{FF2B5EF4-FFF2-40B4-BE49-F238E27FC236}">
                  <a16:creationId xmlns:a16="http://schemas.microsoft.com/office/drawing/2014/main" id="{632DED10-4317-2B50-7F9E-812439D9F6D3}"/>
                </a:ext>
              </a:extLst>
            </p:cNvPr>
            <p:cNvSpPr/>
            <p:nvPr/>
          </p:nvSpPr>
          <p:spPr>
            <a:xfrm>
              <a:off x="8496358" y="1883649"/>
              <a:ext cx="1090800" cy="193148"/>
            </a:xfrm>
            <a:prstGeom prst="roundRect">
              <a:avLst/>
            </a:prstGeom>
            <a:solidFill>
              <a:srgbClr val="E3E48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fr-FR" sz="700" b="0" i="0" u="none" strike="noStrike" kern="0" cap="none" spc="0" normalizeH="0" baseline="0" noProof="0">
                  <a:ln>
                    <a:noFill/>
                  </a:ln>
                  <a:solidFill>
                    <a:prstClr val="black"/>
                  </a:solidFill>
                  <a:effectLst/>
                  <a:uLnTx/>
                  <a:uFillTx/>
                  <a:latin typeface="Open Sans"/>
                  <a:ea typeface="+mn-ea"/>
                  <a:cs typeface="+mn-cs"/>
                </a:rPr>
                <a:t>Salesforce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261" name="TextBox 111">
              <a:extLst>
                <a:ext uri="{FF2B5EF4-FFF2-40B4-BE49-F238E27FC236}">
                  <a16:creationId xmlns:a16="http://schemas.microsoft.com/office/drawing/2014/main" id="{0FA32929-CC0C-4E3A-93CA-F201E833AE58}"/>
                </a:ext>
              </a:extLst>
            </p:cNvPr>
            <p:cNvSpPr txBox="1"/>
            <p:nvPr/>
          </p:nvSpPr>
          <p:spPr>
            <a:xfrm>
              <a:off x="8708785" y="876502"/>
              <a:ext cx="1631650" cy="484941"/>
            </a:xfrm>
            <a:prstGeom prst="rect">
              <a:avLst/>
            </a:prstGeom>
            <a:noFill/>
          </p:spPr>
          <p:txBody>
            <a:bodyPr wrap="square" lIns="0" tIns="0" rIns="0" bIns="0">
              <a:spAutoFit/>
            </a:bodyPr>
            <a:lstStyle/>
            <a:p>
              <a:pPr marL="0" marR="0" lvl="0" indent="0" algn="r"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Banque Française Mutualiste</a:t>
              </a:r>
            </a:p>
            <a:p>
              <a:pPr marL="0" marR="0" lvl="0" indent="0" algn="r"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2 mois</a:t>
              </a:r>
            </a:p>
          </p:txBody>
        </p:sp>
        <p:sp>
          <p:nvSpPr>
            <p:cNvPr id="262" name="Oval 112">
              <a:extLst>
                <a:ext uri="{FF2B5EF4-FFF2-40B4-BE49-F238E27FC236}">
                  <a16:creationId xmlns:a16="http://schemas.microsoft.com/office/drawing/2014/main" id="{BB11A1B2-3ECE-9B0B-49F5-8E01DE7393C9}"/>
                </a:ext>
              </a:extLst>
            </p:cNvPr>
            <p:cNvSpPr/>
            <p:nvPr/>
          </p:nvSpPr>
          <p:spPr bwMode="gray">
            <a:xfrm>
              <a:off x="5922888" y="876245"/>
              <a:ext cx="119961" cy="119961"/>
            </a:xfrm>
            <a:prstGeom prst="ellipse">
              <a:avLst/>
            </a:prstGeom>
            <a:solidFill>
              <a:srgbClr val="9DD4C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FR" sz="1800" b="0" i="0" u="none" strike="noStrike" kern="0" cap="none" spc="0" normalizeH="0" baseline="0" noProof="0">
                <a:ln>
                  <a:noFill/>
                </a:ln>
                <a:solidFill>
                  <a:prstClr val="black"/>
                </a:solidFill>
                <a:effectLst/>
                <a:uLnTx/>
                <a:uFillTx/>
                <a:latin typeface="Open Sans"/>
              </a:endParaRPr>
            </a:p>
          </p:txBody>
        </p:sp>
      </p:grpSp>
    </p:spTree>
    <p:extLst>
      <p:ext uri="{BB962C8B-B14F-4D97-AF65-F5344CB8AC3E}">
        <p14:creationId xmlns:p14="http://schemas.microsoft.com/office/powerpoint/2010/main" val="257736231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About…">
            <a:extLst>
              <a:ext uri="{FF2B5EF4-FFF2-40B4-BE49-F238E27FC236}">
                <a16:creationId xmlns:a16="http://schemas.microsoft.com/office/drawing/2014/main" id="{A6A6C634-E5EB-094C-96E1-2BDA1425C628}"/>
              </a:ext>
            </a:extLst>
          </p:cNvPr>
          <p:cNvSpPr txBox="1"/>
          <p:nvPr/>
        </p:nvSpPr>
        <p:spPr>
          <a:xfrm>
            <a:off x="2783656" y="6042122"/>
            <a:ext cx="4099595" cy="42159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French – Native</a:t>
            </a:r>
          </a:p>
          <a:p>
            <a:pPr marL="0" lvl="2" fontAlgn="base">
              <a:lnSpc>
                <a:spcPts val="1500"/>
              </a:lnSpc>
              <a:spcBef>
                <a:spcPct val="0"/>
              </a:spcBef>
              <a:spcAft>
                <a:spcPct val="0"/>
              </a:spcAft>
              <a:buSzPct val="50000"/>
              <a:defRPr/>
            </a:pPr>
            <a:r>
              <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English - Fluent</a:t>
            </a:r>
            <a:endParaRPr lang="en-GB" sz="1000">
              <a:solidFill>
                <a:srgbClr val="000000"/>
              </a:solidFill>
              <a:ea typeface="Open Sans Extrabold" panose="020B0906030804020204" pitchFamily="34" charset="0"/>
              <a:cs typeface="Open Sans Extrabold" panose="020B0906030804020204" pitchFamily="34" charset="0"/>
            </a:endParaRPr>
          </a:p>
        </p:txBody>
      </p:sp>
      <p:sp>
        <p:nvSpPr>
          <p:cNvPr id="61" name="About…">
            <a:extLst>
              <a:ext uri="{FF2B5EF4-FFF2-40B4-BE49-F238E27FC236}">
                <a16:creationId xmlns:a16="http://schemas.microsoft.com/office/drawing/2014/main" id="{446D9C5B-4694-A04F-99D3-6F1543C628A8}"/>
              </a:ext>
            </a:extLst>
          </p:cNvPr>
          <p:cNvSpPr txBox="1"/>
          <p:nvPr/>
        </p:nvSpPr>
        <p:spPr>
          <a:xfrm>
            <a:off x="3341341" y="5760415"/>
            <a:ext cx="1874398"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err="1"/>
              <a:t>Languages</a:t>
            </a:r>
            <a:endParaRPr lang="fr-FR" sz="1000"/>
          </a:p>
        </p:txBody>
      </p:sp>
      <p:pic>
        <p:nvPicPr>
          <p:cNvPr id="46" name="Picture 20">
            <a:extLst>
              <a:ext uri="{FF2B5EF4-FFF2-40B4-BE49-F238E27FC236}">
                <a16:creationId xmlns:a16="http://schemas.microsoft.com/office/drawing/2014/main" id="{4EE7EE9F-DAEC-E542-B57E-6C8DABE6616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3"/>
          <a:stretch/>
        </p:blipFill>
        <p:spPr>
          <a:xfrm>
            <a:off x="11840783" y="0"/>
            <a:ext cx="351217" cy="6858000"/>
          </a:xfrm>
          <a:prstGeom prst="rect">
            <a:avLst/>
          </a:prstGeom>
        </p:spPr>
      </p:pic>
      <p:sp>
        <p:nvSpPr>
          <p:cNvPr id="47" name="Studio Lead">
            <a:extLst>
              <a:ext uri="{FF2B5EF4-FFF2-40B4-BE49-F238E27FC236}">
                <a16:creationId xmlns:a16="http://schemas.microsoft.com/office/drawing/2014/main" id="{1EE7651B-2FF5-4C42-A54E-BCB23C01E80B}"/>
              </a:ext>
            </a:extLst>
          </p:cNvPr>
          <p:cNvSpPr txBox="1"/>
          <p:nvPr/>
        </p:nvSpPr>
        <p:spPr>
          <a:xfrm>
            <a:off x="497603" y="4728783"/>
            <a:ext cx="1826286" cy="38061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algn="l">
              <a:lnSpc>
                <a:spcPct val="110000"/>
              </a:lnSpc>
              <a:defRPr sz="2200" b="0">
                <a:latin typeface="Open Sans"/>
                <a:ea typeface="Open Sans"/>
                <a:cs typeface="Open Sans"/>
                <a:sym typeface="Open Sans"/>
              </a:defRPr>
            </a:lvl1pPr>
          </a:lstStyle>
          <a:p>
            <a:r>
              <a:rPr lang="fr-FR" sz="1000"/>
              <a:t>Consultant</a:t>
            </a:r>
          </a:p>
          <a:p>
            <a:r>
              <a:rPr lang="fr-FR" sz="1000"/>
              <a:t>DC</a:t>
            </a:r>
            <a:endParaRPr sz="1000"/>
          </a:p>
        </p:txBody>
      </p:sp>
      <p:sp>
        <p:nvSpPr>
          <p:cNvPr id="49" name="About…">
            <a:extLst>
              <a:ext uri="{FF2B5EF4-FFF2-40B4-BE49-F238E27FC236}">
                <a16:creationId xmlns:a16="http://schemas.microsoft.com/office/drawing/2014/main" id="{7B9ECE20-F414-D34D-BE23-972ED0A703DE}"/>
              </a:ext>
            </a:extLst>
          </p:cNvPr>
          <p:cNvSpPr txBox="1"/>
          <p:nvPr/>
        </p:nvSpPr>
        <p:spPr>
          <a:xfrm>
            <a:off x="2801859" y="825188"/>
            <a:ext cx="4099595" cy="13828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ts val="1500"/>
              </a:lnSpc>
              <a:defRPr sz="2200" b="0">
                <a:latin typeface="Open Sans"/>
                <a:ea typeface="Open Sans"/>
                <a:cs typeface="Open Sans"/>
                <a:sym typeface="Open Sans"/>
              </a:defRPr>
            </a:pPr>
            <a:r>
              <a:rPr lang="en-US" sz="1000">
                <a:latin typeface="Open Sans Light" panose="020B0306030504020204" pitchFamily="34" charset="0"/>
                <a:ea typeface="Open Sans Light" panose="020B0306030504020204" pitchFamily="34" charset="0"/>
                <a:cs typeface="Open Sans Light" panose="020B0306030504020204" pitchFamily="34" charset="0"/>
              </a:rPr>
              <a:t>At Deloitte Digital, my background in information systems from ISEP empowered me to navigate the financial services industry with technical acuity. As a </a:t>
            </a:r>
            <a:r>
              <a:rPr lang="en-US" sz="1000" b="1">
                <a:latin typeface="Open Sans Light" panose="020B0306030504020204" pitchFamily="34" charset="0"/>
                <a:ea typeface="Open Sans Light" panose="020B0306030504020204" pitchFamily="34" charset="0"/>
                <a:cs typeface="Open Sans Light" panose="020B0306030504020204" pitchFamily="34" charset="0"/>
              </a:rPr>
              <a:t>Product Owner</a:t>
            </a:r>
            <a:r>
              <a:rPr lang="en-US" sz="1000">
                <a:latin typeface="Open Sans Light" panose="020B0306030504020204" pitchFamily="34" charset="0"/>
                <a:ea typeface="Open Sans Light" panose="020B0306030504020204" pitchFamily="34" charset="0"/>
                <a:cs typeface="Open Sans Light" panose="020B0306030504020204" pitchFamily="34" charset="0"/>
              </a:rPr>
              <a:t>, I've mastered the art of transforming complex business requirements into design technical solutions. My tenure </a:t>
            </a:r>
            <a:r>
              <a:rPr lang="en-US" sz="1000" b="1">
                <a:latin typeface="Open Sans Light" panose="020B0306030504020204" pitchFamily="34" charset="0"/>
                <a:ea typeface="Open Sans Light" panose="020B0306030504020204" pitchFamily="34" charset="0"/>
                <a:cs typeface="Open Sans Light" panose="020B0306030504020204" pitchFamily="34" charset="0"/>
              </a:rPr>
              <a:t>in Financial Industry </a:t>
            </a:r>
            <a:r>
              <a:rPr lang="en-US" sz="1000">
                <a:latin typeface="Open Sans Light" panose="020B0306030504020204" pitchFamily="34" charset="0"/>
                <a:ea typeface="Open Sans Light" panose="020B0306030504020204" pitchFamily="34" charset="0"/>
                <a:cs typeface="Open Sans Light" panose="020B0306030504020204" pitchFamily="34" charset="0"/>
              </a:rPr>
              <a:t>was mainly marked by framing digital project with strategic insight and a deep understanding of the sector's digital evolution.</a:t>
            </a:r>
            <a:endParaRPr lang="fr-FR" sz="100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51" name="Studio Lead">
            <a:extLst>
              <a:ext uri="{FF2B5EF4-FFF2-40B4-BE49-F238E27FC236}">
                <a16:creationId xmlns:a16="http://schemas.microsoft.com/office/drawing/2014/main" id="{4CFAA0C0-E343-C24A-9EE0-B0909695E587}"/>
              </a:ext>
            </a:extLst>
          </p:cNvPr>
          <p:cNvSpPr txBox="1"/>
          <p:nvPr/>
        </p:nvSpPr>
        <p:spPr>
          <a:xfrm>
            <a:off x="497603" y="3792778"/>
            <a:ext cx="1826286" cy="84170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lvl1pPr algn="l">
              <a:lnSpc>
                <a:spcPct val="110000"/>
              </a:lnSpc>
              <a:defRPr sz="2200" b="0">
                <a:latin typeface="Open Sans"/>
                <a:ea typeface="Open Sans"/>
                <a:cs typeface="Open Sans"/>
                <a:sym typeface="Open Sans"/>
              </a:defRPr>
            </a:lvl1pPr>
          </a:lstStyle>
          <a:p>
            <a:r>
              <a:rPr lang="fr-FR" sz="2400">
                <a:latin typeface="Open Sans Light" panose="020B0306030504020204" pitchFamily="34" charset="0"/>
                <a:ea typeface="Open Sans Light" panose="020B0306030504020204" pitchFamily="34" charset="0"/>
                <a:cs typeface="Open Sans Light" panose="020B0306030504020204" pitchFamily="34" charset="0"/>
              </a:rPr>
              <a:t>Loïc	</a:t>
            </a:r>
          </a:p>
          <a:p>
            <a:r>
              <a:rPr lang="fr-FR" sz="2400">
                <a:latin typeface="Open Sans Light" panose="020B0306030504020204" pitchFamily="34" charset="0"/>
                <a:ea typeface="Open Sans Light" panose="020B0306030504020204" pitchFamily="34" charset="0"/>
                <a:cs typeface="Open Sans Light" panose="020B0306030504020204" pitchFamily="34" charset="0"/>
              </a:rPr>
              <a:t>Honnoré</a:t>
            </a:r>
            <a:endParaRPr sz="2400">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2" name="Straight Connector 52">
            <a:extLst>
              <a:ext uri="{FF2B5EF4-FFF2-40B4-BE49-F238E27FC236}">
                <a16:creationId xmlns:a16="http://schemas.microsoft.com/office/drawing/2014/main" id="{72C35DAC-7E28-EA4E-AB5D-241F7E246651}"/>
              </a:ext>
            </a:extLst>
          </p:cNvPr>
          <p:cNvCxnSpPr>
            <a:cxnSpLocks/>
          </p:cNvCxnSpPr>
          <p:nvPr/>
        </p:nvCxnSpPr>
        <p:spPr>
          <a:xfrm flipH="1">
            <a:off x="2781326" y="664565"/>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sp>
        <p:nvSpPr>
          <p:cNvPr id="53" name="About…">
            <a:extLst>
              <a:ext uri="{FF2B5EF4-FFF2-40B4-BE49-F238E27FC236}">
                <a16:creationId xmlns:a16="http://schemas.microsoft.com/office/drawing/2014/main" id="{1B7E2BB2-6866-1040-BA82-642BA448E82D}"/>
              </a:ext>
            </a:extLst>
          </p:cNvPr>
          <p:cNvSpPr txBox="1"/>
          <p:nvPr/>
        </p:nvSpPr>
        <p:spPr>
          <a:xfrm>
            <a:off x="3326255" y="2397416"/>
            <a:ext cx="2793396" cy="21355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dirty="0"/>
              <a:t>Professional background and education</a:t>
            </a:r>
          </a:p>
        </p:txBody>
      </p:sp>
      <p:sp>
        <p:nvSpPr>
          <p:cNvPr id="56" name="About…">
            <a:extLst>
              <a:ext uri="{FF2B5EF4-FFF2-40B4-BE49-F238E27FC236}">
                <a16:creationId xmlns:a16="http://schemas.microsoft.com/office/drawing/2014/main" id="{7DCE1DF3-E2EB-9C4B-9509-CC5156743034}"/>
              </a:ext>
            </a:extLst>
          </p:cNvPr>
          <p:cNvSpPr txBox="1"/>
          <p:nvPr/>
        </p:nvSpPr>
        <p:spPr>
          <a:xfrm>
            <a:off x="3302605" y="556698"/>
            <a:ext cx="1587441"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About</a:t>
            </a:r>
          </a:p>
        </p:txBody>
      </p:sp>
      <p:sp>
        <p:nvSpPr>
          <p:cNvPr id="57" name="About…">
            <a:extLst>
              <a:ext uri="{FF2B5EF4-FFF2-40B4-BE49-F238E27FC236}">
                <a16:creationId xmlns:a16="http://schemas.microsoft.com/office/drawing/2014/main" id="{AF52451C-8A99-AE48-AA79-BC4DEDC7FE61}"/>
              </a:ext>
            </a:extLst>
          </p:cNvPr>
          <p:cNvSpPr txBox="1"/>
          <p:nvPr/>
        </p:nvSpPr>
        <p:spPr>
          <a:xfrm>
            <a:off x="2804976" y="2681359"/>
            <a:ext cx="4044990" cy="9980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Since June 2022: Deloitte Digital</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January 2022 - June 2022: Exchange at UC Berkeley</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September 2021 – December 2021: Internship at Deloitte Digital</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September 2020 – December 2020: Internship at Deloitte Digital</a:t>
            </a:r>
          </a:p>
          <a:p>
            <a:pPr marL="171450" lvl="2" indent="-171450" fontAlgn="base">
              <a:lnSpc>
                <a:spcPts val="1500"/>
              </a:lnSpc>
              <a:spcBef>
                <a:spcPct val="0"/>
              </a:spcBef>
              <a:spcAft>
                <a:spcPct val="0"/>
              </a:spcAft>
              <a:buSzPct val="50000"/>
              <a:buFont typeface="Arial" panose="020B0604020202020204" pitchFamily="34" charset="0"/>
              <a:buChar char="•"/>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2022: ISEP Graduate</a:t>
            </a:r>
          </a:p>
        </p:txBody>
      </p:sp>
      <p:sp>
        <p:nvSpPr>
          <p:cNvPr id="59" name="About…">
            <a:extLst>
              <a:ext uri="{FF2B5EF4-FFF2-40B4-BE49-F238E27FC236}">
                <a16:creationId xmlns:a16="http://schemas.microsoft.com/office/drawing/2014/main" id="{B483751B-FC47-1542-B9C0-878EEDA29244}"/>
              </a:ext>
            </a:extLst>
          </p:cNvPr>
          <p:cNvSpPr txBox="1"/>
          <p:nvPr/>
        </p:nvSpPr>
        <p:spPr>
          <a:xfrm>
            <a:off x="7841435" y="556700"/>
            <a:ext cx="2375705" cy="2112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Professional </a:t>
            </a:r>
            <a:r>
              <a:rPr lang="fr-FR" sz="1000" err="1"/>
              <a:t>skills</a:t>
            </a:r>
            <a:r>
              <a:rPr lang="fr-FR" sz="1000"/>
              <a:t> &amp; </a:t>
            </a:r>
            <a:r>
              <a:rPr lang="fr-FR" sz="1000" err="1"/>
              <a:t>experience</a:t>
            </a:r>
            <a:endParaRPr lang="fr-FR" sz="1000"/>
          </a:p>
        </p:txBody>
      </p:sp>
      <p:sp>
        <p:nvSpPr>
          <p:cNvPr id="63" name="About…">
            <a:extLst>
              <a:ext uri="{FF2B5EF4-FFF2-40B4-BE49-F238E27FC236}">
                <a16:creationId xmlns:a16="http://schemas.microsoft.com/office/drawing/2014/main" id="{F508D63A-217B-C74E-8239-DD7511CFF103}"/>
              </a:ext>
            </a:extLst>
          </p:cNvPr>
          <p:cNvSpPr txBox="1"/>
          <p:nvPr/>
        </p:nvSpPr>
        <p:spPr>
          <a:xfrm>
            <a:off x="7841435" y="4606253"/>
            <a:ext cx="2056032"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err="1"/>
              <a:t>Representative</a:t>
            </a:r>
            <a:r>
              <a:rPr lang="fr-FR" sz="1000"/>
              <a:t> clients</a:t>
            </a:r>
          </a:p>
        </p:txBody>
      </p:sp>
      <p:cxnSp>
        <p:nvCxnSpPr>
          <p:cNvPr id="65" name="Straight Connector 52">
            <a:extLst>
              <a:ext uri="{FF2B5EF4-FFF2-40B4-BE49-F238E27FC236}">
                <a16:creationId xmlns:a16="http://schemas.microsoft.com/office/drawing/2014/main" id="{10095D3A-E1E2-FE4C-BF9A-39FC3288CB31}"/>
              </a:ext>
            </a:extLst>
          </p:cNvPr>
          <p:cNvCxnSpPr>
            <a:cxnSpLocks/>
          </p:cNvCxnSpPr>
          <p:nvPr/>
        </p:nvCxnSpPr>
        <p:spPr>
          <a:xfrm flipH="1">
            <a:off x="2804976" y="2510256"/>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66" name="Straight Connector 52">
            <a:extLst>
              <a:ext uri="{FF2B5EF4-FFF2-40B4-BE49-F238E27FC236}">
                <a16:creationId xmlns:a16="http://schemas.microsoft.com/office/drawing/2014/main" id="{13E9A055-F7B3-CD44-B15D-8930FC1451C0}"/>
              </a:ext>
            </a:extLst>
          </p:cNvPr>
          <p:cNvCxnSpPr>
            <a:cxnSpLocks/>
          </p:cNvCxnSpPr>
          <p:nvPr/>
        </p:nvCxnSpPr>
        <p:spPr>
          <a:xfrm flipH="1">
            <a:off x="2801859" y="5881499"/>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67" name="Straight Connector 52">
            <a:extLst>
              <a:ext uri="{FF2B5EF4-FFF2-40B4-BE49-F238E27FC236}">
                <a16:creationId xmlns:a16="http://schemas.microsoft.com/office/drawing/2014/main" id="{9A5BC44D-F853-9042-A8F8-533083E3C50B}"/>
              </a:ext>
            </a:extLst>
          </p:cNvPr>
          <p:cNvCxnSpPr>
            <a:cxnSpLocks/>
          </p:cNvCxnSpPr>
          <p:nvPr/>
        </p:nvCxnSpPr>
        <p:spPr>
          <a:xfrm flipH="1">
            <a:off x="7301955" y="668521"/>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cxnSp>
        <p:nvCxnSpPr>
          <p:cNvPr id="68" name="Straight Connector 52">
            <a:extLst>
              <a:ext uri="{FF2B5EF4-FFF2-40B4-BE49-F238E27FC236}">
                <a16:creationId xmlns:a16="http://schemas.microsoft.com/office/drawing/2014/main" id="{320EAA41-DBD8-4F4D-8E30-C3AF31587B8D}"/>
              </a:ext>
            </a:extLst>
          </p:cNvPr>
          <p:cNvCxnSpPr>
            <a:cxnSpLocks/>
          </p:cNvCxnSpPr>
          <p:nvPr/>
        </p:nvCxnSpPr>
        <p:spPr>
          <a:xfrm flipH="1">
            <a:off x="7301955" y="4708437"/>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sp>
        <p:nvSpPr>
          <p:cNvPr id="23" name="Deloitte Digital…">
            <a:extLst>
              <a:ext uri="{FF2B5EF4-FFF2-40B4-BE49-F238E27FC236}">
                <a16:creationId xmlns:a16="http://schemas.microsoft.com/office/drawing/2014/main" id="{FF5699E3-7DCE-429D-A04F-5E6846B4D646}"/>
              </a:ext>
            </a:extLst>
          </p:cNvPr>
          <p:cNvSpPr txBox="1"/>
          <p:nvPr/>
        </p:nvSpPr>
        <p:spPr>
          <a:xfrm>
            <a:off x="498735" y="5321329"/>
            <a:ext cx="1824022" cy="54989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gn="l">
              <a:lnSpc>
                <a:spcPct val="110000"/>
              </a:lnSpc>
              <a:defRPr sz="2200" b="0">
                <a:latin typeface="Open Sans Bold"/>
                <a:ea typeface="Open Sans Bold"/>
                <a:cs typeface="Open Sans Bold"/>
                <a:sym typeface="Open Sans Bold"/>
              </a:defRPr>
            </a:pPr>
            <a:r>
              <a:rPr sz="1000"/>
              <a:t>Deloitte Digital</a:t>
            </a:r>
          </a:p>
          <a:p>
            <a:pPr algn="l">
              <a:lnSpc>
                <a:spcPct val="110000"/>
              </a:lnSpc>
              <a:defRPr sz="2200" b="0">
                <a:latin typeface="Open Sans"/>
                <a:ea typeface="Open Sans"/>
                <a:cs typeface="Open Sans"/>
                <a:sym typeface="Open Sans"/>
              </a:defRPr>
            </a:pPr>
            <a:r>
              <a:rPr sz="1000"/>
              <a:t>+33 6 </a:t>
            </a:r>
            <a:r>
              <a:rPr lang="fr-FR" sz="1000"/>
              <a:t>49 54 81 95</a:t>
            </a:r>
            <a:endParaRPr sz="1000"/>
          </a:p>
          <a:p>
            <a:pPr algn="l">
              <a:lnSpc>
                <a:spcPct val="110000"/>
              </a:lnSpc>
              <a:defRPr sz="2200" b="0">
                <a:latin typeface="Open Sans"/>
                <a:ea typeface="Open Sans"/>
                <a:cs typeface="Open Sans"/>
                <a:sym typeface="Open Sans"/>
              </a:defRPr>
            </a:pPr>
            <a:r>
              <a:rPr lang="fr-FR" sz="1000" err="1"/>
              <a:t>lhonnore</a:t>
            </a:r>
            <a:r>
              <a:rPr sz="1000"/>
              <a:t>@deloitte.fr</a:t>
            </a:r>
          </a:p>
        </p:txBody>
      </p:sp>
      <p:sp>
        <p:nvSpPr>
          <p:cNvPr id="24" name="About…">
            <a:extLst>
              <a:ext uri="{FF2B5EF4-FFF2-40B4-BE49-F238E27FC236}">
                <a16:creationId xmlns:a16="http://schemas.microsoft.com/office/drawing/2014/main" id="{D9B8A80A-A0C1-4F1C-B08D-F9F56EBF7725}"/>
              </a:ext>
            </a:extLst>
          </p:cNvPr>
          <p:cNvSpPr txBox="1"/>
          <p:nvPr/>
        </p:nvSpPr>
        <p:spPr>
          <a:xfrm>
            <a:off x="7286193" y="826955"/>
            <a:ext cx="4099595" cy="31140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fontAlgn="base">
              <a:lnSpc>
                <a:spcPts val="1500"/>
              </a:lnSpc>
              <a:spcBef>
                <a:spcPct val="0"/>
              </a:spcBef>
              <a:spcAft>
                <a:spcPct val="0"/>
              </a:spcAft>
            </a:pPr>
            <a:r>
              <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rPr>
              <a:t>Technical Skills</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Front-end development in Aura ;</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Back-end development in Apex/HTML/CSS/Javascript ;</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PHP ; </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React ;</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NodeJS.</a:t>
            </a:r>
          </a:p>
          <a:p>
            <a:pPr marL="171450" lvl="2" indent="-171450" fontAlgn="base">
              <a:lnSpc>
                <a:spcPts val="1500"/>
              </a:lnSpc>
              <a:spcBef>
                <a:spcPct val="0"/>
              </a:spcBef>
              <a:spcAft>
                <a:spcPct val="0"/>
              </a:spcAft>
              <a:buSzPct val="50000"/>
              <a:buFont typeface="Arial" panose="020B0604020202020204" pitchFamily="34" charset="0"/>
              <a:buChar char="•"/>
              <a:defRPr/>
            </a:pPr>
            <a:endPar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a:p>
            <a:pPr marL="0" lvl="2" fontAlgn="base">
              <a:lnSpc>
                <a:spcPts val="1500"/>
              </a:lnSpc>
              <a:spcBef>
                <a:spcPct val="0"/>
              </a:spcBef>
              <a:spcAft>
                <a:spcPct val="0"/>
              </a:spcAft>
              <a:buSzPct val="50000"/>
              <a:defRPr/>
            </a:pPr>
            <a:r>
              <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rPr>
              <a:t>Functional Skills</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Proficient in </a:t>
            </a:r>
            <a:r>
              <a:rPr lang="en-US" sz="1000" b="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project framing within the financial industry</a:t>
            </a: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 adept at aligning technology initiatives with strategic business goals ; </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Comprehensive experience as a </a:t>
            </a:r>
            <a:r>
              <a:rPr lang="en-US" sz="1000" b="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Product Owner with agile methodology ;</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Deep knowledge on </a:t>
            </a:r>
            <a:r>
              <a:rPr lang="en-US" sz="1000" b="1">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Agile Methodology ;</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Skills in change management ; </a:t>
            </a:r>
          </a:p>
          <a:p>
            <a:pPr marL="171450" lvl="2" indent="-171450" fontAlgn="base">
              <a:lnSpc>
                <a:spcPts val="1500"/>
              </a:lnSpc>
              <a:spcBef>
                <a:spcPct val="0"/>
              </a:spcBef>
              <a:spcAft>
                <a:spcPct val="0"/>
              </a:spcAft>
              <a:buSzPct val="50000"/>
              <a:buFont typeface="Arial" panose="020B0604020202020204" pitchFamily="34" charset="0"/>
              <a:buChar char="•"/>
              <a:defRPr/>
            </a:pPr>
            <a:r>
              <a:rPr lang="en-US"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Deep understanding of ISO 9001 standards to ensure adherence to quality management principles in project management.</a:t>
            </a:r>
            <a:endPar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5" name="About…">
            <a:extLst>
              <a:ext uri="{FF2B5EF4-FFF2-40B4-BE49-F238E27FC236}">
                <a16:creationId xmlns:a16="http://schemas.microsoft.com/office/drawing/2014/main" id="{D59BDD54-C62C-4C8F-991E-DFD4BA9F4D94}"/>
              </a:ext>
            </a:extLst>
          </p:cNvPr>
          <p:cNvSpPr txBox="1"/>
          <p:nvPr/>
        </p:nvSpPr>
        <p:spPr>
          <a:xfrm>
            <a:off x="7307688" y="5075187"/>
            <a:ext cx="1429602" cy="80631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fr-FR" sz="1000">
                <a:solidFill>
                  <a:srgbClr val="000000"/>
                </a:solidFill>
                <a:latin typeface="Open Sans" panose="020B0606030504020204" pitchFamily="34" charset="0"/>
                <a:ea typeface="Open Sans" panose="020B0606030504020204" pitchFamily="34" charset="0"/>
                <a:cs typeface="Open Sans" panose="020B0606030504020204" pitchFamily="34" charset="0"/>
              </a:rPr>
              <a:t>Pharmaceutical</a:t>
            </a:r>
          </a:p>
          <a:p>
            <a:pPr marL="0" lvl="2" fontAlgn="base">
              <a:lnSpc>
                <a:spcPts val="1500"/>
              </a:lnSpc>
              <a:spcBef>
                <a:spcPct val="0"/>
              </a:spcBef>
              <a:spcAft>
                <a:spcPct val="0"/>
              </a:spcAft>
              <a:buSzPct val="50000"/>
              <a:defRPr/>
            </a:pPr>
            <a:r>
              <a:rPr lang="fr-FR" sz="1000">
                <a:solidFill>
                  <a:srgbClr val="000000"/>
                </a:solidFill>
                <a:latin typeface="Open Sans" panose="020B0606030504020204" pitchFamily="34" charset="0"/>
                <a:ea typeface="Open Sans" panose="020B0606030504020204" pitchFamily="34" charset="0"/>
                <a:cs typeface="Open Sans" panose="020B0606030504020204" pitchFamily="34" charset="0"/>
              </a:rPr>
              <a:t>Mobility</a:t>
            </a:r>
          </a:p>
          <a:p>
            <a:pPr marL="0" lvl="2" fontAlgn="base">
              <a:lnSpc>
                <a:spcPts val="1500"/>
              </a:lnSpc>
              <a:spcBef>
                <a:spcPct val="0"/>
              </a:spcBef>
              <a:spcAft>
                <a:spcPct val="0"/>
              </a:spcAft>
              <a:buSzPct val="50000"/>
              <a:defRPr/>
            </a:pPr>
            <a:r>
              <a:rPr lang="fr-FR" sz="1000">
                <a:solidFill>
                  <a:srgbClr val="000000"/>
                </a:solidFill>
                <a:latin typeface="Open Sans" panose="020B0606030504020204" pitchFamily="34" charset="0"/>
                <a:ea typeface="Open Sans" panose="020B0606030504020204" pitchFamily="34" charset="0"/>
                <a:cs typeface="Open Sans" panose="020B0606030504020204" pitchFamily="34" charset="0"/>
              </a:rPr>
              <a:t>Energy Transformation</a:t>
            </a:r>
          </a:p>
          <a:p>
            <a:pPr marL="0" lvl="2" fontAlgn="base">
              <a:lnSpc>
                <a:spcPts val="1500"/>
              </a:lnSpc>
              <a:spcBef>
                <a:spcPct val="0"/>
              </a:spcBef>
              <a:spcAft>
                <a:spcPct val="0"/>
              </a:spcAft>
              <a:buSzPct val="50000"/>
              <a:defRPr/>
            </a:pPr>
            <a:r>
              <a:rPr lang="fr-FR" sz="1000">
                <a:solidFill>
                  <a:srgbClr val="000000"/>
                </a:solidFill>
                <a:latin typeface="Open Sans" panose="020B0606030504020204" pitchFamily="34" charset="0"/>
                <a:ea typeface="Open Sans" panose="020B0606030504020204" pitchFamily="34" charset="0"/>
                <a:cs typeface="Open Sans" panose="020B0606030504020204" pitchFamily="34" charset="0"/>
              </a:rPr>
              <a:t>Bank</a:t>
            </a:r>
            <a:endParaRPr lang="en-GB" sz="1000">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About…">
            <a:extLst>
              <a:ext uri="{FF2B5EF4-FFF2-40B4-BE49-F238E27FC236}">
                <a16:creationId xmlns:a16="http://schemas.microsoft.com/office/drawing/2014/main" id="{824C72F6-2234-2902-07B3-80FFD7CE062F}"/>
              </a:ext>
            </a:extLst>
          </p:cNvPr>
          <p:cNvSpPr txBox="1"/>
          <p:nvPr/>
        </p:nvSpPr>
        <p:spPr>
          <a:xfrm>
            <a:off x="3326255" y="4090534"/>
            <a:ext cx="2793396" cy="21355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a:lnSpc>
                <a:spcPct val="110000"/>
              </a:lnSpc>
              <a:defRPr sz="2200" b="0">
                <a:latin typeface="Open Sans Bold"/>
                <a:ea typeface="Open Sans Bold"/>
                <a:cs typeface="Open Sans Bold"/>
                <a:sym typeface="Open Sans Bold"/>
              </a:defRPr>
            </a:pPr>
            <a:r>
              <a:rPr lang="fr-FR" sz="1000"/>
              <a:t>Certifications</a:t>
            </a:r>
          </a:p>
        </p:txBody>
      </p:sp>
      <p:cxnSp>
        <p:nvCxnSpPr>
          <p:cNvPr id="4" name="Straight Connector 52">
            <a:extLst>
              <a:ext uri="{FF2B5EF4-FFF2-40B4-BE49-F238E27FC236}">
                <a16:creationId xmlns:a16="http://schemas.microsoft.com/office/drawing/2014/main" id="{A2EB38DE-DB2C-47B3-D57E-7955242F0C3F}"/>
              </a:ext>
            </a:extLst>
          </p:cNvPr>
          <p:cNvCxnSpPr>
            <a:cxnSpLocks/>
          </p:cNvCxnSpPr>
          <p:nvPr/>
        </p:nvCxnSpPr>
        <p:spPr>
          <a:xfrm flipH="1">
            <a:off x="2804976" y="4203374"/>
            <a:ext cx="422119" cy="0"/>
          </a:xfrm>
          <a:prstGeom prst="line">
            <a:avLst/>
          </a:prstGeom>
          <a:ln w="19050">
            <a:solidFill>
              <a:srgbClr val="9DD4CF"/>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5C0EE122-32F4-9EEA-EC4F-91BE048B3612}"/>
              </a:ext>
            </a:extLst>
          </p:cNvPr>
          <p:cNvSpPr txBox="1"/>
          <p:nvPr/>
        </p:nvSpPr>
        <p:spPr>
          <a:xfrm>
            <a:off x="2755189" y="4390727"/>
            <a:ext cx="4429405" cy="462050"/>
          </a:xfrm>
          <a:prstGeom prst="rect">
            <a:avLst/>
          </a:prstGeom>
          <a:noFill/>
        </p:spPr>
        <p:txBody>
          <a:bodyPr wrap="square">
            <a:spAutoFit/>
          </a:bodyPr>
          <a:lstStyle/>
          <a:p>
            <a:pPr marL="171450" marR="0" lvl="2" indent="-171450" algn="l" defTabSz="914400" rtl="0" eaLnBrk="1" fontAlgn="base" latinLnBrk="0" hangingPunct="1">
              <a:lnSpc>
                <a:spcPts val="1500"/>
              </a:lnSpc>
              <a:spcBef>
                <a:spcPct val="0"/>
              </a:spcBef>
              <a:spcAft>
                <a:spcPct val="0"/>
              </a:spcAft>
              <a:buClrTx/>
              <a:buSzPct val="50000"/>
              <a:buFont typeface="Arial" panose="020B0604020202020204" pitchFamily="34" charset="0"/>
              <a:buChar char="•"/>
              <a:tabLst/>
              <a:defRPr/>
            </a:pPr>
            <a:r>
              <a:rPr kumimoji="0" lang="fr-FR" sz="1000" b="0" i="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Mulesoft Developer Level 1</a:t>
            </a:r>
          </a:p>
          <a:p>
            <a:pPr marL="171450" marR="0" lvl="2" indent="-171450" algn="l" defTabSz="914400" rtl="0" eaLnBrk="1" fontAlgn="base" latinLnBrk="0" hangingPunct="1">
              <a:lnSpc>
                <a:spcPts val="1500"/>
              </a:lnSpc>
              <a:spcBef>
                <a:spcPct val="0"/>
              </a:spcBef>
              <a:spcAft>
                <a:spcPct val="0"/>
              </a:spcAft>
              <a:buClrTx/>
              <a:buSzPct val="50000"/>
              <a:buFont typeface="Arial" panose="020B0604020202020204" pitchFamily="34" charset="0"/>
              <a:buChar char="•"/>
              <a:tabLst/>
              <a:defRPr/>
            </a:pPr>
            <a:r>
              <a:rPr kumimoji="0" lang="fr-FR" sz="1000" b="0" i="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Salesforce Associate</a:t>
            </a:r>
          </a:p>
        </p:txBody>
      </p:sp>
      <p:pic>
        <p:nvPicPr>
          <p:cNvPr id="14" name="Image 13" descr="Une image contenant habits, Visage humain, personne, noir et blanc&#10;&#10;Description générée automatiquement">
            <a:extLst>
              <a:ext uri="{FF2B5EF4-FFF2-40B4-BE49-F238E27FC236}">
                <a16:creationId xmlns:a16="http://schemas.microsoft.com/office/drawing/2014/main" id="{6ACE17AC-CEE3-7ADF-21A7-C81B08955CC1}"/>
              </a:ext>
            </a:extLst>
          </p:cNvPr>
          <p:cNvPicPr>
            <a:picLocks noChangeAspect="1"/>
          </p:cNvPicPr>
          <p:nvPr/>
        </p:nvPicPr>
        <p:blipFill rotWithShape="1">
          <a:blip r:embed="rId3">
            <a:extLst>
              <a:ext uri="{28A0092B-C50C-407E-A947-70E740481C1C}">
                <a14:useLocalDpi xmlns:a14="http://schemas.microsoft.com/office/drawing/2010/main" val="0"/>
              </a:ext>
            </a:extLst>
          </a:blip>
          <a:srcRect l="7112" t="11420" r="8308" b="20152"/>
          <a:stretch/>
        </p:blipFill>
        <p:spPr>
          <a:xfrm>
            <a:off x="103941" y="369841"/>
            <a:ext cx="2515180" cy="3052232"/>
          </a:xfrm>
          <a:prstGeom prst="rect">
            <a:avLst/>
          </a:prstGeom>
        </p:spPr>
      </p:pic>
      <p:sp>
        <p:nvSpPr>
          <p:cNvPr id="3" name="About…">
            <a:extLst>
              <a:ext uri="{FF2B5EF4-FFF2-40B4-BE49-F238E27FC236}">
                <a16:creationId xmlns:a16="http://schemas.microsoft.com/office/drawing/2014/main" id="{C76CF6CF-BD7B-EE12-4318-5EA92CE73BB2}"/>
              </a:ext>
            </a:extLst>
          </p:cNvPr>
          <p:cNvSpPr txBox="1"/>
          <p:nvPr/>
        </p:nvSpPr>
        <p:spPr>
          <a:xfrm>
            <a:off x="9349224" y="5075187"/>
            <a:ext cx="1874397" cy="80573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lvl="2" fontAlgn="base">
              <a:lnSpc>
                <a:spcPts val="1500"/>
              </a:lnSpc>
              <a:spcBef>
                <a:spcPct val="0"/>
              </a:spcBef>
              <a:spcAft>
                <a:spcPct val="0"/>
              </a:spcAft>
              <a:buSzPct val="50000"/>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Servier</a:t>
            </a:r>
          </a:p>
          <a:p>
            <a:pPr marL="0" lvl="2" fontAlgn="base">
              <a:lnSpc>
                <a:spcPts val="1500"/>
              </a:lnSpc>
              <a:spcBef>
                <a:spcPct val="0"/>
              </a:spcBef>
              <a:spcAft>
                <a:spcPct val="0"/>
              </a:spcAft>
              <a:buSzPct val="50000"/>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Europcar</a:t>
            </a:r>
          </a:p>
          <a:p>
            <a:pPr marL="0" lvl="2" fontAlgn="base">
              <a:lnSpc>
                <a:spcPts val="1500"/>
              </a:lnSpc>
              <a:spcBef>
                <a:spcPct val="0"/>
              </a:spcBef>
              <a:spcAft>
                <a:spcPct val="0"/>
              </a:spcAft>
              <a:buSzPct val="50000"/>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Hellio</a:t>
            </a:r>
          </a:p>
          <a:p>
            <a:pPr marL="0" lvl="2" fontAlgn="base">
              <a:lnSpc>
                <a:spcPts val="1500"/>
              </a:lnSpc>
              <a:spcBef>
                <a:spcPct val="0"/>
              </a:spcBef>
              <a:spcAft>
                <a:spcPct val="0"/>
              </a:spcAft>
              <a:buSzPct val="50000"/>
              <a:defRPr/>
            </a:pPr>
            <a:r>
              <a:rPr lang="fr-FR"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Banque Française Mutualiste</a:t>
            </a:r>
            <a:endParaRPr lang="en-GB" sz="10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48316288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104">
            <a:extLst>
              <a:ext uri="{FF2B5EF4-FFF2-40B4-BE49-F238E27FC236}">
                <a16:creationId xmlns:a16="http://schemas.microsoft.com/office/drawing/2014/main" id="{6740194C-A683-501F-3240-0F556226BEF8}"/>
              </a:ext>
            </a:extLst>
          </p:cNvPr>
          <p:cNvGrpSpPr/>
          <p:nvPr/>
        </p:nvGrpSpPr>
        <p:grpSpPr>
          <a:xfrm>
            <a:off x="626890" y="2424259"/>
            <a:ext cx="4417547" cy="1201233"/>
            <a:chOff x="5922888" y="876245"/>
            <a:chExt cx="4417547" cy="1201233"/>
          </a:xfrm>
        </p:grpSpPr>
        <p:sp>
          <p:nvSpPr>
            <p:cNvPr id="41" name="TextBox 105">
              <a:extLst>
                <a:ext uri="{FF2B5EF4-FFF2-40B4-BE49-F238E27FC236}">
                  <a16:creationId xmlns:a16="http://schemas.microsoft.com/office/drawing/2014/main" id="{23A3B817-2FE5-7653-1B44-5CBADA9E2BE1}"/>
                </a:ext>
              </a:extLst>
            </p:cNvPr>
            <p:cNvSpPr txBox="1"/>
            <p:nvPr/>
          </p:nvSpPr>
          <p:spPr>
            <a:xfrm>
              <a:off x="6133740" y="876502"/>
              <a:ext cx="3211804" cy="318229"/>
            </a:xfrm>
            <a:prstGeom prst="rect">
              <a:avLst/>
            </a:prstGeom>
            <a:noFill/>
          </p:spPr>
          <p:txBody>
            <a:bodyPr wrap="square" lIns="0" tIns="0" rIns="0" bIns="0">
              <a:spAutoFit/>
            </a:bodyPr>
            <a:lstStyle/>
            <a:p>
              <a:pPr marL="0" marR="0" lvl="0" indent="0"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Project Manager / Product Owner</a:t>
              </a:r>
            </a:p>
            <a:p>
              <a:pPr marL="0" marR="0" lvl="0" indent="0"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Product Owner at Hellio</a:t>
              </a:r>
            </a:p>
          </p:txBody>
        </p:sp>
        <p:sp>
          <p:nvSpPr>
            <p:cNvPr id="42" name="Rounded Rectangle 106">
              <a:extLst>
                <a:ext uri="{FF2B5EF4-FFF2-40B4-BE49-F238E27FC236}">
                  <a16:creationId xmlns:a16="http://schemas.microsoft.com/office/drawing/2014/main" id="{039941E7-6E3F-F2D2-3DB5-502EEE2A4EC1}"/>
                </a:ext>
              </a:extLst>
            </p:cNvPr>
            <p:cNvSpPr/>
            <p:nvPr/>
          </p:nvSpPr>
          <p:spPr>
            <a:xfrm>
              <a:off x="6133740" y="1883649"/>
              <a:ext cx="1088968" cy="193148"/>
            </a:xfrm>
            <a:prstGeom prst="roundRect">
              <a:avLst/>
            </a:prstGeom>
            <a:solidFill>
              <a:srgbClr val="9DD4CF">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lang="en-GB" sz="700" kern="0">
                  <a:solidFill>
                    <a:prstClr val="black"/>
                  </a:solidFill>
                  <a:latin typeface="Open Sans"/>
                </a:rPr>
                <a:t>ProductOwner</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43" name="Rounded Rectangle 107">
              <a:extLst>
                <a:ext uri="{FF2B5EF4-FFF2-40B4-BE49-F238E27FC236}">
                  <a16:creationId xmlns:a16="http://schemas.microsoft.com/office/drawing/2014/main" id="{A7DA7D09-67A0-A2A5-8FCC-2C579F9AD0A9}"/>
                </a:ext>
              </a:extLst>
            </p:cNvPr>
            <p:cNvSpPr/>
            <p:nvPr/>
          </p:nvSpPr>
          <p:spPr>
            <a:xfrm>
              <a:off x="7314133" y="1883649"/>
              <a:ext cx="1090800" cy="193148"/>
            </a:xfrm>
            <a:prstGeom prst="roundRect">
              <a:avLst/>
            </a:prstGeom>
            <a:solidFill>
              <a:sysClr val="window" lastClr="FFFFFF">
                <a:lumMod val="9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Agile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44" name="TextBox 108">
              <a:extLst>
                <a:ext uri="{FF2B5EF4-FFF2-40B4-BE49-F238E27FC236}">
                  <a16:creationId xmlns:a16="http://schemas.microsoft.com/office/drawing/2014/main" id="{BA668D34-B4B4-E9D7-3D09-BED05264A1CF}"/>
                </a:ext>
              </a:extLst>
            </p:cNvPr>
            <p:cNvSpPr txBox="1"/>
            <p:nvPr/>
          </p:nvSpPr>
          <p:spPr>
            <a:xfrm>
              <a:off x="6133738" y="1284350"/>
              <a:ext cx="3706897" cy="492443"/>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As Product Owner, led the Salesforce Service Cloud implementation, designing functionalities tailored to service management needs. Managed the translation of business requirements into Salesforce solutions, supervising the project within an Agile methodology with Scrum framework.</a:t>
              </a:r>
              <a:endParaRPr kumimoji="0" lang="fr-FR"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45" name="Straight Connector 52">
              <a:extLst>
                <a:ext uri="{FF2B5EF4-FFF2-40B4-BE49-F238E27FC236}">
                  <a16:creationId xmlns:a16="http://schemas.microsoft.com/office/drawing/2014/main" id="{2007D498-2F73-5C09-0832-0E1705730B42}"/>
                </a:ext>
              </a:extLst>
            </p:cNvPr>
            <p:cNvCxnSpPr>
              <a:cxnSpLocks/>
            </p:cNvCxnSpPr>
            <p:nvPr/>
          </p:nvCxnSpPr>
          <p:spPr>
            <a:xfrm flipV="1">
              <a:off x="5982869" y="876246"/>
              <a:ext cx="0" cy="1201232"/>
            </a:xfrm>
            <a:prstGeom prst="line">
              <a:avLst/>
            </a:prstGeom>
            <a:noFill/>
            <a:ln w="19050" cap="flat" cmpd="sng" algn="ctr">
              <a:solidFill>
                <a:srgbClr val="9DD4CF"/>
              </a:solidFill>
              <a:prstDash val="solid"/>
            </a:ln>
            <a:effectLst/>
          </p:spPr>
        </p:cxnSp>
        <p:sp>
          <p:nvSpPr>
            <p:cNvPr id="46" name="Rounded Rectangle 110">
              <a:extLst>
                <a:ext uri="{FF2B5EF4-FFF2-40B4-BE49-F238E27FC236}">
                  <a16:creationId xmlns:a16="http://schemas.microsoft.com/office/drawing/2014/main" id="{5BA16E8D-E103-0C13-6D71-BD62A73BA5BD}"/>
                </a:ext>
              </a:extLst>
            </p:cNvPr>
            <p:cNvSpPr/>
            <p:nvPr/>
          </p:nvSpPr>
          <p:spPr>
            <a:xfrm>
              <a:off x="8496358" y="1883649"/>
              <a:ext cx="1090800" cy="193148"/>
            </a:xfrm>
            <a:prstGeom prst="roundRect">
              <a:avLst/>
            </a:prstGeom>
            <a:solidFill>
              <a:srgbClr val="E3E48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fr-FR" sz="700" b="0" i="0" u="none" strike="noStrike" kern="0" cap="none" spc="0" normalizeH="0" baseline="0" noProof="0">
                  <a:ln>
                    <a:noFill/>
                  </a:ln>
                  <a:solidFill>
                    <a:prstClr val="black"/>
                  </a:solidFill>
                  <a:effectLst/>
                  <a:uLnTx/>
                  <a:uFillTx/>
                  <a:latin typeface="Open Sans"/>
                  <a:ea typeface="+mn-ea"/>
                  <a:cs typeface="+mn-cs"/>
                </a:rPr>
                <a:t>SalesforceService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47" name="TextBox 111">
              <a:extLst>
                <a:ext uri="{FF2B5EF4-FFF2-40B4-BE49-F238E27FC236}">
                  <a16:creationId xmlns:a16="http://schemas.microsoft.com/office/drawing/2014/main" id="{6F5DB8F7-3026-1061-D14A-4E7BF4B3C0ED}"/>
                </a:ext>
              </a:extLst>
            </p:cNvPr>
            <p:cNvSpPr txBox="1"/>
            <p:nvPr/>
          </p:nvSpPr>
          <p:spPr>
            <a:xfrm>
              <a:off x="8708785" y="876502"/>
              <a:ext cx="1631650" cy="318229"/>
            </a:xfrm>
            <a:prstGeom prst="rect">
              <a:avLst/>
            </a:prstGeom>
            <a:noFill/>
          </p:spPr>
          <p:txBody>
            <a:bodyPr wrap="square" lIns="0" tIns="0" rIns="0" bIns="0">
              <a:spAutoFit/>
            </a:bodyPr>
            <a:lstStyle/>
            <a:p>
              <a:pPr marL="0" marR="0" lvl="0" indent="0" algn="r"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Hellio</a:t>
              </a:r>
            </a:p>
            <a:p>
              <a:pPr marL="0" marR="0" lvl="0" indent="0" algn="r"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9 months</a:t>
              </a:r>
            </a:p>
          </p:txBody>
        </p:sp>
        <p:sp>
          <p:nvSpPr>
            <p:cNvPr id="48" name="Oval 112">
              <a:extLst>
                <a:ext uri="{FF2B5EF4-FFF2-40B4-BE49-F238E27FC236}">
                  <a16:creationId xmlns:a16="http://schemas.microsoft.com/office/drawing/2014/main" id="{3D9D1B8D-4864-17C6-4856-5267666D548D}"/>
                </a:ext>
              </a:extLst>
            </p:cNvPr>
            <p:cNvSpPr/>
            <p:nvPr/>
          </p:nvSpPr>
          <p:spPr bwMode="gray">
            <a:xfrm>
              <a:off x="5922888" y="876245"/>
              <a:ext cx="119961" cy="119961"/>
            </a:xfrm>
            <a:prstGeom prst="ellipse">
              <a:avLst/>
            </a:prstGeom>
            <a:solidFill>
              <a:srgbClr val="9DD4C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FR" sz="1800" b="0" i="0" u="none" strike="noStrike" kern="0" cap="none" spc="0" normalizeH="0" baseline="0" noProof="0">
                <a:ln>
                  <a:noFill/>
                </a:ln>
                <a:solidFill>
                  <a:prstClr val="black"/>
                </a:solidFill>
                <a:effectLst/>
                <a:uLnTx/>
                <a:uFillTx/>
                <a:latin typeface="Open Sans"/>
              </a:endParaRPr>
            </a:p>
          </p:txBody>
        </p:sp>
      </p:grpSp>
      <p:grpSp>
        <p:nvGrpSpPr>
          <p:cNvPr id="49" name="Group 2">
            <a:extLst>
              <a:ext uri="{FF2B5EF4-FFF2-40B4-BE49-F238E27FC236}">
                <a16:creationId xmlns:a16="http://schemas.microsoft.com/office/drawing/2014/main" id="{B4726DE3-BEBF-A4C4-85E0-1384030E99D9}"/>
              </a:ext>
            </a:extLst>
          </p:cNvPr>
          <p:cNvGrpSpPr/>
          <p:nvPr/>
        </p:nvGrpSpPr>
        <p:grpSpPr>
          <a:xfrm>
            <a:off x="6096000" y="1016212"/>
            <a:ext cx="4417547" cy="1201233"/>
            <a:chOff x="5922888" y="876245"/>
            <a:chExt cx="4417547" cy="1201233"/>
          </a:xfrm>
        </p:grpSpPr>
        <p:sp>
          <p:nvSpPr>
            <p:cNvPr id="50" name="TextBox 4">
              <a:extLst>
                <a:ext uri="{FF2B5EF4-FFF2-40B4-BE49-F238E27FC236}">
                  <a16:creationId xmlns:a16="http://schemas.microsoft.com/office/drawing/2014/main" id="{5666198D-0B26-B34A-A9DE-62D941BF6636}"/>
                </a:ext>
              </a:extLst>
            </p:cNvPr>
            <p:cNvSpPr txBox="1"/>
            <p:nvPr/>
          </p:nvSpPr>
          <p:spPr>
            <a:xfrm>
              <a:off x="6133740" y="876502"/>
              <a:ext cx="3211804" cy="318229"/>
            </a:xfrm>
            <a:prstGeom prst="rect">
              <a:avLst/>
            </a:prstGeom>
            <a:noFill/>
          </p:spPr>
          <p:txBody>
            <a:bodyPr wrap="square" lIns="0" tIns="0" rIns="0" bIns="0">
              <a:spAutoFit/>
            </a:bodyPr>
            <a:lstStyle/>
            <a:p>
              <a:pPr marL="0" marR="0" lvl="0" indent="0"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Project Framing Assistant</a:t>
              </a:r>
            </a:p>
            <a:p>
              <a:pPr marL="0" marR="0" lvl="0" indent="0" defTabSz="914400" eaLnBrk="1" fontAlgn="auto" latinLnBrk="0" hangingPunct="1">
                <a:lnSpc>
                  <a:spcPts val="13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Framing of a PROs and Zuora integration project</a:t>
              </a:r>
              <a:endPar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endParaRPr>
            </a:p>
          </p:txBody>
        </p:sp>
        <p:sp>
          <p:nvSpPr>
            <p:cNvPr id="51" name="Rounded Rectangle 6">
              <a:extLst>
                <a:ext uri="{FF2B5EF4-FFF2-40B4-BE49-F238E27FC236}">
                  <a16:creationId xmlns:a16="http://schemas.microsoft.com/office/drawing/2014/main" id="{D53119B3-829C-B74C-9746-A094E278B4B4}"/>
                </a:ext>
              </a:extLst>
            </p:cNvPr>
            <p:cNvSpPr/>
            <p:nvPr/>
          </p:nvSpPr>
          <p:spPr>
            <a:xfrm>
              <a:off x="6133740" y="1883649"/>
              <a:ext cx="1088968" cy="193148"/>
            </a:xfrm>
            <a:prstGeom prst="roundRect">
              <a:avLst/>
            </a:prstGeom>
            <a:solidFill>
              <a:srgbClr val="62B5E5">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Framing</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52" name="Rounded Rectangle 7">
              <a:extLst>
                <a:ext uri="{FF2B5EF4-FFF2-40B4-BE49-F238E27FC236}">
                  <a16:creationId xmlns:a16="http://schemas.microsoft.com/office/drawing/2014/main" id="{5375BC3A-1A5B-CB38-5B54-408F4424D619}"/>
                </a:ext>
              </a:extLst>
            </p:cNvPr>
            <p:cNvSpPr/>
            <p:nvPr/>
          </p:nvSpPr>
          <p:spPr>
            <a:xfrm>
              <a:off x="7314133" y="1883649"/>
              <a:ext cx="1090800" cy="193148"/>
            </a:xfrm>
            <a:prstGeom prst="roundRect">
              <a:avLst/>
            </a:prstGeom>
            <a:solidFill>
              <a:sysClr val="window" lastClr="FFFFFF">
                <a:lumMod val="9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PROs</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53" name="TextBox 8">
              <a:extLst>
                <a:ext uri="{FF2B5EF4-FFF2-40B4-BE49-F238E27FC236}">
                  <a16:creationId xmlns:a16="http://schemas.microsoft.com/office/drawing/2014/main" id="{3154DF91-5CB3-72E1-ED8F-EC7A60242DCB}"/>
                </a:ext>
              </a:extLst>
            </p:cNvPr>
            <p:cNvSpPr txBox="1"/>
            <p:nvPr/>
          </p:nvSpPr>
          <p:spPr>
            <a:xfrm>
              <a:off x="6133738" y="1284350"/>
              <a:ext cx="3419697" cy="369332"/>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Project framing for Europcar's integration of pricing and billing PROs at Zuora. Establishment of the perimeter, the mapping of capacities, the project plan, and the budget of the Deloitte team allocated to the project.</a:t>
              </a:r>
              <a:endParaRPr kumimoji="0" lang="fr-FR"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4" name="Straight Connector 52">
              <a:extLst>
                <a:ext uri="{FF2B5EF4-FFF2-40B4-BE49-F238E27FC236}">
                  <a16:creationId xmlns:a16="http://schemas.microsoft.com/office/drawing/2014/main" id="{2B15010F-C007-00B7-2036-C4EA1DBF15F2}"/>
                </a:ext>
              </a:extLst>
            </p:cNvPr>
            <p:cNvCxnSpPr>
              <a:cxnSpLocks/>
            </p:cNvCxnSpPr>
            <p:nvPr/>
          </p:nvCxnSpPr>
          <p:spPr>
            <a:xfrm flipV="1">
              <a:off x="5982869" y="876246"/>
              <a:ext cx="0" cy="1201232"/>
            </a:xfrm>
            <a:prstGeom prst="line">
              <a:avLst/>
            </a:prstGeom>
            <a:noFill/>
            <a:ln w="19050" cap="flat" cmpd="sng" algn="ctr">
              <a:solidFill>
                <a:srgbClr val="9DD4CF"/>
              </a:solidFill>
              <a:prstDash val="solid"/>
            </a:ln>
            <a:effectLst/>
          </p:spPr>
        </p:cxnSp>
        <p:sp>
          <p:nvSpPr>
            <p:cNvPr id="55" name="Rounded Rectangle 14">
              <a:extLst>
                <a:ext uri="{FF2B5EF4-FFF2-40B4-BE49-F238E27FC236}">
                  <a16:creationId xmlns:a16="http://schemas.microsoft.com/office/drawing/2014/main" id="{AE438C77-7541-9913-4349-3BFF7AA9FBEE}"/>
                </a:ext>
              </a:extLst>
            </p:cNvPr>
            <p:cNvSpPr/>
            <p:nvPr/>
          </p:nvSpPr>
          <p:spPr>
            <a:xfrm>
              <a:off x="8496358" y="1883649"/>
              <a:ext cx="1090800" cy="193148"/>
            </a:xfrm>
            <a:prstGeom prst="roundRect">
              <a:avLst/>
            </a:prstGeom>
            <a:solidFill>
              <a:srgbClr val="E3E48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fr-FR" sz="700" b="0" i="0" u="none" strike="noStrike" kern="0" cap="none" spc="0" normalizeH="0" baseline="0" noProof="0">
                  <a:ln>
                    <a:noFill/>
                  </a:ln>
                  <a:solidFill>
                    <a:prstClr val="black"/>
                  </a:solidFill>
                  <a:effectLst/>
                  <a:uLnTx/>
                  <a:uFillTx/>
                  <a:latin typeface="Open Sans"/>
                  <a:ea typeface="+mn-ea"/>
                  <a:cs typeface="+mn-cs"/>
                </a:rPr>
                <a:t>Zuora</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56" name="TextBox 15">
              <a:extLst>
                <a:ext uri="{FF2B5EF4-FFF2-40B4-BE49-F238E27FC236}">
                  <a16:creationId xmlns:a16="http://schemas.microsoft.com/office/drawing/2014/main" id="{7A187F17-C0C7-A41C-4328-F3113751B338}"/>
                </a:ext>
              </a:extLst>
            </p:cNvPr>
            <p:cNvSpPr txBox="1"/>
            <p:nvPr/>
          </p:nvSpPr>
          <p:spPr>
            <a:xfrm>
              <a:off x="8708785" y="876502"/>
              <a:ext cx="1631650" cy="318229"/>
            </a:xfrm>
            <a:prstGeom prst="rect">
              <a:avLst/>
            </a:prstGeom>
            <a:noFill/>
          </p:spPr>
          <p:txBody>
            <a:bodyPr wrap="square" lIns="0" tIns="0" rIns="0" bIns="0">
              <a:spAutoFit/>
            </a:bodyPr>
            <a:lstStyle/>
            <a:p>
              <a:pPr marL="0" marR="0" lvl="0" indent="0" algn="r"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Europcar</a:t>
              </a:r>
            </a:p>
            <a:p>
              <a:pPr marL="0" marR="0" lvl="0" indent="0" algn="r"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1 month</a:t>
              </a:r>
            </a:p>
          </p:txBody>
        </p:sp>
        <p:sp>
          <p:nvSpPr>
            <p:cNvPr id="57" name="Oval 16">
              <a:extLst>
                <a:ext uri="{FF2B5EF4-FFF2-40B4-BE49-F238E27FC236}">
                  <a16:creationId xmlns:a16="http://schemas.microsoft.com/office/drawing/2014/main" id="{9A2AC9DB-8C86-B064-4FB1-18D53F7D366F}"/>
                </a:ext>
              </a:extLst>
            </p:cNvPr>
            <p:cNvSpPr/>
            <p:nvPr/>
          </p:nvSpPr>
          <p:spPr bwMode="gray">
            <a:xfrm>
              <a:off x="5922888" y="876245"/>
              <a:ext cx="119961" cy="119961"/>
            </a:xfrm>
            <a:prstGeom prst="ellipse">
              <a:avLst/>
            </a:prstGeom>
            <a:solidFill>
              <a:srgbClr val="9DD4C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FR" sz="1800" b="0" i="0" u="none" strike="noStrike" kern="0" cap="none" spc="0" normalizeH="0" baseline="0" noProof="0">
                <a:ln>
                  <a:noFill/>
                </a:ln>
                <a:solidFill>
                  <a:prstClr val="black"/>
                </a:solidFill>
                <a:effectLst/>
                <a:uLnTx/>
                <a:uFillTx/>
                <a:latin typeface="Open Sans"/>
              </a:endParaRPr>
            </a:p>
          </p:txBody>
        </p:sp>
      </p:grpSp>
      <p:grpSp>
        <p:nvGrpSpPr>
          <p:cNvPr id="58" name="Group 17">
            <a:extLst>
              <a:ext uri="{FF2B5EF4-FFF2-40B4-BE49-F238E27FC236}">
                <a16:creationId xmlns:a16="http://schemas.microsoft.com/office/drawing/2014/main" id="{B1D8E615-DC4D-B52F-A719-07FC9119D385}"/>
              </a:ext>
            </a:extLst>
          </p:cNvPr>
          <p:cNvGrpSpPr/>
          <p:nvPr/>
        </p:nvGrpSpPr>
        <p:grpSpPr>
          <a:xfrm>
            <a:off x="6096000" y="2403622"/>
            <a:ext cx="4417547" cy="1201233"/>
            <a:chOff x="5922888" y="876245"/>
            <a:chExt cx="4417547" cy="1201233"/>
          </a:xfrm>
        </p:grpSpPr>
        <p:sp>
          <p:nvSpPr>
            <p:cNvPr id="59" name="TextBox 18">
              <a:extLst>
                <a:ext uri="{FF2B5EF4-FFF2-40B4-BE49-F238E27FC236}">
                  <a16:creationId xmlns:a16="http://schemas.microsoft.com/office/drawing/2014/main" id="{EAABD5D8-838C-0AC0-8F17-FCC857D8921A}"/>
                </a:ext>
              </a:extLst>
            </p:cNvPr>
            <p:cNvSpPr txBox="1"/>
            <p:nvPr/>
          </p:nvSpPr>
          <p:spPr>
            <a:xfrm>
              <a:off x="6133740" y="876502"/>
              <a:ext cx="3211804" cy="318229"/>
            </a:xfrm>
            <a:prstGeom prst="rect">
              <a:avLst/>
            </a:prstGeom>
            <a:noFill/>
          </p:spPr>
          <p:txBody>
            <a:bodyPr wrap="square" lIns="0" tIns="0" rIns="0" bIns="0">
              <a:spAutoFit/>
            </a:bodyPr>
            <a:lstStyle/>
            <a:p>
              <a:pPr marL="0" marR="0" lvl="0" indent="0"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Salesforce Developer</a:t>
              </a:r>
            </a:p>
            <a:p>
              <a:pPr marL="0" marR="0" lvl="0" indent="0" defTabSz="914400" eaLnBrk="1" fontAlgn="auto" latinLnBrk="0" hangingPunct="1">
                <a:lnSpc>
                  <a:spcPts val="13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Integration of Salesforce with Server.</a:t>
              </a:r>
              <a:endPar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endParaRPr>
            </a:p>
          </p:txBody>
        </p:sp>
        <p:sp>
          <p:nvSpPr>
            <p:cNvPr id="60" name="Rounded Rectangle 19">
              <a:extLst>
                <a:ext uri="{FF2B5EF4-FFF2-40B4-BE49-F238E27FC236}">
                  <a16:creationId xmlns:a16="http://schemas.microsoft.com/office/drawing/2014/main" id="{7D57BE1A-0768-31C9-613D-0C38A75DCB9F}"/>
                </a:ext>
              </a:extLst>
            </p:cNvPr>
            <p:cNvSpPr/>
            <p:nvPr/>
          </p:nvSpPr>
          <p:spPr>
            <a:xfrm>
              <a:off x="6133740" y="1883649"/>
              <a:ext cx="1088968" cy="193148"/>
            </a:xfrm>
            <a:prstGeom prst="roundRect">
              <a:avLst/>
            </a:prstGeom>
            <a:solidFill>
              <a:srgbClr val="9DD4CF">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Developer</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61" name="Rounded Rectangle 20">
              <a:extLst>
                <a:ext uri="{FF2B5EF4-FFF2-40B4-BE49-F238E27FC236}">
                  <a16:creationId xmlns:a16="http://schemas.microsoft.com/office/drawing/2014/main" id="{467B1E75-B48F-AC5D-B3A9-DEE94E181B69}"/>
                </a:ext>
              </a:extLst>
            </p:cNvPr>
            <p:cNvSpPr/>
            <p:nvPr/>
          </p:nvSpPr>
          <p:spPr>
            <a:xfrm>
              <a:off x="7314133" y="1883649"/>
              <a:ext cx="1090800" cy="193148"/>
            </a:xfrm>
            <a:prstGeom prst="roundRect">
              <a:avLst/>
            </a:prstGeom>
            <a:solidFill>
              <a:srgbClr val="62B5E5">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Agile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62" name="TextBox 21">
              <a:extLst>
                <a:ext uri="{FF2B5EF4-FFF2-40B4-BE49-F238E27FC236}">
                  <a16:creationId xmlns:a16="http://schemas.microsoft.com/office/drawing/2014/main" id="{0D759FDB-5CA2-5826-61FE-0952A03F0DB5}"/>
                </a:ext>
              </a:extLst>
            </p:cNvPr>
            <p:cNvSpPr txBox="1"/>
            <p:nvPr/>
          </p:nvSpPr>
          <p:spPr>
            <a:xfrm>
              <a:off x="6133738" y="1284350"/>
              <a:ext cx="3419697" cy="369332"/>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Salesforce developer in APEX, LWC and management of the database in SOQL. Complete integration into the developer team. Agile work exclusively with user story development in 2-week sprints.</a:t>
              </a:r>
              <a:endParaRPr kumimoji="0" lang="fr-FR"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63" name="Straight Connector 52">
              <a:extLst>
                <a:ext uri="{FF2B5EF4-FFF2-40B4-BE49-F238E27FC236}">
                  <a16:creationId xmlns:a16="http://schemas.microsoft.com/office/drawing/2014/main" id="{FC7946CA-47CD-2323-8C73-C62931369212}"/>
                </a:ext>
              </a:extLst>
            </p:cNvPr>
            <p:cNvCxnSpPr>
              <a:cxnSpLocks/>
            </p:cNvCxnSpPr>
            <p:nvPr/>
          </p:nvCxnSpPr>
          <p:spPr>
            <a:xfrm flipV="1">
              <a:off x="5982869" y="876246"/>
              <a:ext cx="0" cy="1201232"/>
            </a:xfrm>
            <a:prstGeom prst="line">
              <a:avLst/>
            </a:prstGeom>
            <a:noFill/>
            <a:ln w="19050" cap="flat" cmpd="sng" algn="ctr">
              <a:solidFill>
                <a:srgbClr val="9DD4CF"/>
              </a:solidFill>
              <a:prstDash val="solid"/>
            </a:ln>
            <a:effectLst/>
          </p:spPr>
        </p:cxnSp>
        <p:sp>
          <p:nvSpPr>
            <p:cNvPr id="1024" name="Rounded Rectangle 34">
              <a:extLst>
                <a:ext uri="{FF2B5EF4-FFF2-40B4-BE49-F238E27FC236}">
                  <a16:creationId xmlns:a16="http://schemas.microsoft.com/office/drawing/2014/main" id="{B8D1FDB4-827C-9045-FAF4-8D001EA032BA}"/>
                </a:ext>
              </a:extLst>
            </p:cNvPr>
            <p:cNvSpPr/>
            <p:nvPr/>
          </p:nvSpPr>
          <p:spPr>
            <a:xfrm>
              <a:off x="8496358" y="1883649"/>
              <a:ext cx="1090800" cy="193148"/>
            </a:xfrm>
            <a:prstGeom prst="roundRect">
              <a:avLst/>
            </a:prstGeom>
            <a:solidFill>
              <a:srgbClr val="E3E48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fr-FR" sz="700" b="0" i="0" u="none" strike="noStrike" kern="0" cap="none" spc="0" normalizeH="0" baseline="0" noProof="0">
                  <a:ln>
                    <a:noFill/>
                  </a:ln>
                  <a:solidFill>
                    <a:prstClr val="black"/>
                  </a:solidFill>
                  <a:effectLst/>
                  <a:uLnTx/>
                  <a:uFillTx/>
                  <a:latin typeface="Open Sans"/>
                  <a:ea typeface="+mn-ea"/>
                  <a:cs typeface="+mn-cs"/>
                </a:rPr>
                <a:t>Salesforce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1025" name="TextBox 35">
              <a:extLst>
                <a:ext uri="{FF2B5EF4-FFF2-40B4-BE49-F238E27FC236}">
                  <a16:creationId xmlns:a16="http://schemas.microsoft.com/office/drawing/2014/main" id="{D9197E01-A3C8-03F4-1648-6B5B7AF2B2B9}"/>
                </a:ext>
              </a:extLst>
            </p:cNvPr>
            <p:cNvSpPr txBox="1"/>
            <p:nvPr/>
          </p:nvSpPr>
          <p:spPr>
            <a:xfrm>
              <a:off x="8708785" y="876502"/>
              <a:ext cx="1631650" cy="318229"/>
            </a:xfrm>
            <a:prstGeom prst="rect">
              <a:avLst/>
            </a:prstGeom>
            <a:noFill/>
          </p:spPr>
          <p:txBody>
            <a:bodyPr wrap="square" lIns="0" tIns="0" rIns="0" bIns="0">
              <a:spAutoFit/>
            </a:bodyPr>
            <a:lstStyle/>
            <a:p>
              <a:pPr marL="0" marR="0" lvl="0" indent="0" algn="r"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Servier</a:t>
              </a:r>
            </a:p>
            <a:p>
              <a:pPr marL="0" marR="0" lvl="0" indent="0" algn="r"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5 months</a:t>
              </a:r>
            </a:p>
          </p:txBody>
        </p:sp>
        <p:sp>
          <p:nvSpPr>
            <p:cNvPr id="1027" name="Oval 36">
              <a:extLst>
                <a:ext uri="{FF2B5EF4-FFF2-40B4-BE49-F238E27FC236}">
                  <a16:creationId xmlns:a16="http://schemas.microsoft.com/office/drawing/2014/main" id="{4F611115-AA03-A225-063F-9DDA59382FFC}"/>
                </a:ext>
              </a:extLst>
            </p:cNvPr>
            <p:cNvSpPr/>
            <p:nvPr/>
          </p:nvSpPr>
          <p:spPr bwMode="gray">
            <a:xfrm>
              <a:off x="5922888" y="876245"/>
              <a:ext cx="119961" cy="119961"/>
            </a:xfrm>
            <a:prstGeom prst="ellipse">
              <a:avLst/>
            </a:prstGeom>
            <a:solidFill>
              <a:srgbClr val="9DD4C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FR" sz="1800" b="0" i="0" u="none" strike="noStrike" kern="0" cap="none" spc="0" normalizeH="0" baseline="0" noProof="0">
                <a:ln>
                  <a:noFill/>
                </a:ln>
                <a:solidFill>
                  <a:prstClr val="black"/>
                </a:solidFill>
                <a:effectLst/>
                <a:uLnTx/>
                <a:uFillTx/>
                <a:latin typeface="Open Sans"/>
              </a:endParaRPr>
            </a:p>
          </p:txBody>
        </p:sp>
      </p:grpSp>
      <p:grpSp>
        <p:nvGrpSpPr>
          <p:cNvPr id="1028" name="Group 104">
            <a:extLst>
              <a:ext uri="{FF2B5EF4-FFF2-40B4-BE49-F238E27FC236}">
                <a16:creationId xmlns:a16="http://schemas.microsoft.com/office/drawing/2014/main" id="{A4975F4A-7BB5-F8D9-52AA-E22894A0FFC5}"/>
              </a:ext>
            </a:extLst>
          </p:cNvPr>
          <p:cNvGrpSpPr/>
          <p:nvPr/>
        </p:nvGrpSpPr>
        <p:grpSpPr>
          <a:xfrm>
            <a:off x="626890" y="1150475"/>
            <a:ext cx="4417547" cy="1201233"/>
            <a:chOff x="5922888" y="876245"/>
            <a:chExt cx="4417547" cy="1201233"/>
          </a:xfrm>
        </p:grpSpPr>
        <p:sp>
          <p:nvSpPr>
            <p:cNvPr id="1029" name="TextBox 105">
              <a:extLst>
                <a:ext uri="{FF2B5EF4-FFF2-40B4-BE49-F238E27FC236}">
                  <a16:creationId xmlns:a16="http://schemas.microsoft.com/office/drawing/2014/main" id="{9E5DB14F-9117-49EA-9F60-20419B2B9C41}"/>
                </a:ext>
              </a:extLst>
            </p:cNvPr>
            <p:cNvSpPr txBox="1"/>
            <p:nvPr/>
          </p:nvSpPr>
          <p:spPr>
            <a:xfrm>
              <a:off x="6133740" y="876502"/>
              <a:ext cx="3211804" cy="318229"/>
            </a:xfrm>
            <a:prstGeom prst="rect">
              <a:avLst/>
            </a:prstGeom>
            <a:noFill/>
          </p:spPr>
          <p:txBody>
            <a:bodyPr wrap="square" lIns="0" tIns="0" rIns="0" bIns="0">
              <a:spAutoFit/>
            </a:bodyPr>
            <a:lstStyle/>
            <a:p>
              <a:pPr marL="0" marR="0" lvl="0" indent="0"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Project Framing Assistant</a:t>
              </a:r>
            </a:p>
            <a:p>
              <a:pPr marL="0" marR="0" lvl="0" indent="0" defTabSz="914400" eaLnBrk="1" fontAlgn="auto" latinLnBrk="0" hangingPunct="1">
                <a:lnSpc>
                  <a:spcPts val="13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Framing of Salesforce Service integration project</a:t>
              </a:r>
              <a:endPar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endParaRPr>
            </a:p>
          </p:txBody>
        </p:sp>
        <p:sp>
          <p:nvSpPr>
            <p:cNvPr id="1030" name="Rounded Rectangle 106">
              <a:extLst>
                <a:ext uri="{FF2B5EF4-FFF2-40B4-BE49-F238E27FC236}">
                  <a16:creationId xmlns:a16="http://schemas.microsoft.com/office/drawing/2014/main" id="{D3496652-FE32-3183-CD9C-81723E9EC69B}"/>
                </a:ext>
              </a:extLst>
            </p:cNvPr>
            <p:cNvSpPr/>
            <p:nvPr/>
          </p:nvSpPr>
          <p:spPr>
            <a:xfrm>
              <a:off x="6133740" y="1883649"/>
              <a:ext cx="1088968" cy="193148"/>
            </a:xfrm>
            <a:prstGeom prst="roundRect">
              <a:avLst/>
            </a:prstGeom>
            <a:solidFill>
              <a:srgbClr val="9DD4CF">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Framing</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1031" name="Rounded Rectangle 107">
              <a:extLst>
                <a:ext uri="{FF2B5EF4-FFF2-40B4-BE49-F238E27FC236}">
                  <a16:creationId xmlns:a16="http://schemas.microsoft.com/office/drawing/2014/main" id="{3FB0D466-E176-A2C8-B911-8D6B2A5705BF}"/>
                </a:ext>
              </a:extLst>
            </p:cNvPr>
            <p:cNvSpPr/>
            <p:nvPr/>
          </p:nvSpPr>
          <p:spPr>
            <a:xfrm>
              <a:off x="7314133" y="1883649"/>
              <a:ext cx="1090800" cy="193148"/>
            </a:xfrm>
            <a:prstGeom prst="roundRect">
              <a:avLst/>
            </a:prstGeom>
            <a:solidFill>
              <a:sysClr val="window" lastClr="FFFFFF">
                <a:lumMod val="9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en-GB" sz="700" b="0" i="0" u="none" strike="noStrike" kern="0" cap="none" spc="0" normalizeH="0" baseline="0" noProof="0">
                  <a:ln>
                    <a:noFill/>
                  </a:ln>
                  <a:solidFill>
                    <a:prstClr val="black"/>
                  </a:solidFill>
                  <a:effectLst/>
                  <a:uLnTx/>
                  <a:uFillTx/>
                  <a:latin typeface="Open Sans"/>
                  <a:ea typeface="+mn-ea"/>
                  <a:cs typeface="+mn-cs"/>
                </a:rPr>
                <a:t>FinancialServices</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1032" name="TextBox 108">
              <a:extLst>
                <a:ext uri="{FF2B5EF4-FFF2-40B4-BE49-F238E27FC236}">
                  <a16:creationId xmlns:a16="http://schemas.microsoft.com/office/drawing/2014/main" id="{B028999C-98D1-8FBA-1593-DC470F279B36}"/>
                </a:ext>
              </a:extLst>
            </p:cNvPr>
            <p:cNvSpPr txBox="1"/>
            <p:nvPr/>
          </p:nvSpPr>
          <p:spPr>
            <a:xfrm>
              <a:off x="6133738" y="1284350"/>
              <a:ext cx="3706897" cy="492443"/>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Gained financial services experience by framing the Salesforce integration project, focusing on Salesforce Service, Marketing Cloud, and Analytics. Managed workshops, created deliverables, and contributed to the commercial proposal of BFM.</a:t>
              </a:r>
              <a:endParaRPr kumimoji="0" lang="fr-FR" sz="800" b="0" i="0" u="none" strike="noStrike" kern="0" cap="none" spc="0" normalizeH="0" baseline="0" noProof="0">
                <a:ln>
                  <a:noFill/>
                </a:ln>
                <a:solidFill>
                  <a:prstClr val="black"/>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1033" name="Straight Connector 52">
              <a:extLst>
                <a:ext uri="{FF2B5EF4-FFF2-40B4-BE49-F238E27FC236}">
                  <a16:creationId xmlns:a16="http://schemas.microsoft.com/office/drawing/2014/main" id="{DC6EEF66-2C5E-657E-40DE-EEE2E21AF32D}"/>
                </a:ext>
              </a:extLst>
            </p:cNvPr>
            <p:cNvCxnSpPr>
              <a:cxnSpLocks/>
            </p:cNvCxnSpPr>
            <p:nvPr/>
          </p:nvCxnSpPr>
          <p:spPr>
            <a:xfrm flipV="1">
              <a:off x="5982869" y="876246"/>
              <a:ext cx="0" cy="1201232"/>
            </a:xfrm>
            <a:prstGeom prst="line">
              <a:avLst/>
            </a:prstGeom>
            <a:noFill/>
            <a:ln w="19050" cap="flat" cmpd="sng" algn="ctr">
              <a:solidFill>
                <a:srgbClr val="9DD4CF"/>
              </a:solidFill>
              <a:prstDash val="solid"/>
            </a:ln>
            <a:effectLst/>
          </p:spPr>
        </p:cxnSp>
        <p:sp>
          <p:nvSpPr>
            <p:cNvPr id="1034" name="Rounded Rectangle 110">
              <a:extLst>
                <a:ext uri="{FF2B5EF4-FFF2-40B4-BE49-F238E27FC236}">
                  <a16:creationId xmlns:a16="http://schemas.microsoft.com/office/drawing/2014/main" id="{5089607D-1F45-DDB2-3249-A4364FFA368E}"/>
                </a:ext>
              </a:extLst>
            </p:cNvPr>
            <p:cNvSpPr/>
            <p:nvPr/>
          </p:nvSpPr>
          <p:spPr>
            <a:xfrm>
              <a:off x="8496358" y="1883649"/>
              <a:ext cx="1090800" cy="193148"/>
            </a:xfrm>
            <a:prstGeom prst="roundRect">
              <a:avLst/>
            </a:prstGeom>
            <a:solidFill>
              <a:srgbClr val="E3E48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FR" sz="700" b="0" i="0" u="none" strike="noStrike" kern="0" cap="none" spc="0" normalizeH="0" baseline="0" noProof="0">
                  <a:ln>
                    <a:noFill/>
                  </a:ln>
                  <a:solidFill>
                    <a:prstClr val="black"/>
                  </a:solidFill>
                  <a:effectLst/>
                  <a:uLnTx/>
                  <a:uFillTx/>
                  <a:latin typeface="Open Sans"/>
                  <a:ea typeface="+mn-ea"/>
                  <a:cs typeface="+mn-cs"/>
                </a:rPr>
                <a:t>#</a:t>
              </a:r>
              <a:r>
                <a:rPr kumimoji="0" lang="fr-FR" sz="700" b="0" i="0" u="none" strike="noStrike" kern="0" cap="none" spc="0" normalizeH="0" baseline="0" noProof="0">
                  <a:ln>
                    <a:noFill/>
                  </a:ln>
                  <a:solidFill>
                    <a:prstClr val="black"/>
                  </a:solidFill>
                  <a:effectLst/>
                  <a:uLnTx/>
                  <a:uFillTx/>
                  <a:latin typeface="Open Sans"/>
                  <a:ea typeface="+mn-ea"/>
                  <a:cs typeface="+mn-cs"/>
                </a:rPr>
                <a:t>SalesforceService</a:t>
              </a:r>
              <a:endParaRPr kumimoji="0" lang="en-FR" sz="700" b="0" i="0" u="none" strike="noStrike" kern="0" cap="none" spc="0" normalizeH="0" baseline="0" noProof="0">
                <a:ln>
                  <a:noFill/>
                </a:ln>
                <a:solidFill>
                  <a:prstClr val="black"/>
                </a:solidFill>
                <a:effectLst/>
                <a:uLnTx/>
                <a:uFillTx/>
                <a:latin typeface="Open Sans"/>
                <a:ea typeface="+mn-ea"/>
                <a:cs typeface="+mn-cs"/>
              </a:endParaRPr>
            </a:p>
          </p:txBody>
        </p:sp>
        <p:sp>
          <p:nvSpPr>
            <p:cNvPr id="1035" name="TextBox 111">
              <a:extLst>
                <a:ext uri="{FF2B5EF4-FFF2-40B4-BE49-F238E27FC236}">
                  <a16:creationId xmlns:a16="http://schemas.microsoft.com/office/drawing/2014/main" id="{47E8CD46-E31D-1DF7-B368-70A63E230874}"/>
                </a:ext>
              </a:extLst>
            </p:cNvPr>
            <p:cNvSpPr txBox="1"/>
            <p:nvPr/>
          </p:nvSpPr>
          <p:spPr>
            <a:xfrm>
              <a:off x="8708785" y="876502"/>
              <a:ext cx="1631650" cy="484941"/>
            </a:xfrm>
            <a:prstGeom prst="rect">
              <a:avLst/>
            </a:prstGeom>
            <a:noFill/>
          </p:spPr>
          <p:txBody>
            <a:bodyPr wrap="square" lIns="0" tIns="0" rIns="0" bIns="0">
              <a:spAutoFit/>
            </a:bodyPr>
            <a:lstStyle/>
            <a:p>
              <a:pPr marL="0" marR="0" lvl="0" indent="0" algn="r" defTabSz="914400" eaLnBrk="1" fontAlgn="auto" latinLnBrk="0" hangingPunct="1">
                <a:lnSpc>
                  <a:spcPts val="1300"/>
                </a:lnSpc>
                <a:spcBef>
                  <a:spcPts val="0"/>
                </a:spcBef>
                <a:spcAft>
                  <a:spcPts val="0"/>
                </a:spcAft>
                <a:buClrTx/>
                <a:buSzTx/>
                <a:buFontTx/>
                <a:buNone/>
                <a:tabLst/>
                <a:defRPr/>
              </a:pPr>
              <a:r>
                <a:rPr kumimoji="0" lang="fr-FR" sz="1000" b="1" i="0" u="none" strike="noStrike" kern="0" cap="none" spc="0" normalizeH="0" baseline="0" noProof="0">
                  <a:ln>
                    <a:noFill/>
                  </a:ln>
                  <a:solidFill>
                    <a:prstClr val="black"/>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Banque Française Mutualiste</a:t>
              </a:r>
            </a:p>
            <a:p>
              <a:pPr marL="0" marR="0" lvl="0" indent="0" algn="r" defTabSz="914400" eaLnBrk="1" fontAlgn="auto" latinLnBrk="0" hangingPunct="1">
                <a:lnSpc>
                  <a:spcPts val="1300"/>
                </a:lnSpc>
                <a:spcBef>
                  <a:spcPts val="0"/>
                </a:spcBef>
                <a:spcAft>
                  <a:spcPts val="0"/>
                </a:spcAft>
                <a:buClrTx/>
                <a:buSzTx/>
                <a:buFontTx/>
                <a:buNone/>
                <a:tabLst/>
                <a:defRPr/>
              </a:pPr>
              <a:r>
                <a:rPr kumimoji="0" lang="fr-FR" sz="800" b="0" i="0" u="none" strike="noStrike" kern="0" cap="none" spc="0" normalizeH="0" baseline="0" noProof="0">
                  <a:ln>
                    <a:noFill/>
                  </a:ln>
                  <a:solidFill>
                    <a:prstClr val="black"/>
                  </a:solidFill>
                  <a:effectLst/>
                  <a:uLnTx/>
                  <a:uFillTx/>
                  <a:latin typeface="Open Sans"/>
                  <a:ea typeface="Open Sans SemiBold" panose="020B0606030504020204" pitchFamily="34" charset="0"/>
                  <a:cs typeface="Open Sans SemiBold" panose="020B0606030504020204" pitchFamily="34" charset="0"/>
                </a:rPr>
                <a:t>2 months</a:t>
              </a:r>
            </a:p>
          </p:txBody>
        </p:sp>
        <p:sp>
          <p:nvSpPr>
            <p:cNvPr id="1036" name="Oval 112">
              <a:extLst>
                <a:ext uri="{FF2B5EF4-FFF2-40B4-BE49-F238E27FC236}">
                  <a16:creationId xmlns:a16="http://schemas.microsoft.com/office/drawing/2014/main" id="{B9E3B547-D266-ACEE-141B-7084484152BE}"/>
                </a:ext>
              </a:extLst>
            </p:cNvPr>
            <p:cNvSpPr/>
            <p:nvPr/>
          </p:nvSpPr>
          <p:spPr bwMode="gray">
            <a:xfrm>
              <a:off x="5922888" y="876245"/>
              <a:ext cx="119961" cy="119961"/>
            </a:xfrm>
            <a:prstGeom prst="ellipse">
              <a:avLst/>
            </a:prstGeom>
            <a:solidFill>
              <a:srgbClr val="9DD4C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FR" sz="1800" b="0" i="0" u="none" strike="noStrike" kern="0" cap="none" spc="0" normalizeH="0" baseline="0" noProof="0">
                <a:ln>
                  <a:noFill/>
                </a:ln>
                <a:solidFill>
                  <a:prstClr val="black"/>
                </a:solidFill>
                <a:effectLst/>
                <a:uLnTx/>
                <a:uFillTx/>
                <a:latin typeface="Open Sans"/>
              </a:endParaRPr>
            </a:p>
          </p:txBody>
        </p:sp>
      </p:grpSp>
      <p:sp>
        <p:nvSpPr>
          <p:cNvPr id="2" name="About…">
            <a:extLst>
              <a:ext uri="{FF2B5EF4-FFF2-40B4-BE49-F238E27FC236}">
                <a16:creationId xmlns:a16="http://schemas.microsoft.com/office/drawing/2014/main" id="{B067E859-6CB4-2497-918F-27FC41F17FDC}"/>
              </a:ext>
            </a:extLst>
          </p:cNvPr>
          <p:cNvSpPr txBox="1"/>
          <p:nvPr/>
        </p:nvSpPr>
        <p:spPr>
          <a:xfrm>
            <a:off x="626890" y="817432"/>
            <a:ext cx="3881989" cy="21134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spAutoFit/>
          </a:bodyPr>
          <a:lstStyle/>
          <a:p>
            <a:pPr marL="0" marR="0" lvl="0" indent="0" algn="l" defTabSz="914400" rtl="0" eaLnBrk="1" fontAlgn="auto" latinLnBrk="0" hangingPunct="1">
              <a:lnSpc>
                <a:spcPct val="110000"/>
              </a:lnSpc>
              <a:spcBef>
                <a:spcPts val="0"/>
              </a:spcBef>
              <a:spcAft>
                <a:spcPts val="0"/>
              </a:spcAft>
              <a:buClrTx/>
              <a:buSzTx/>
              <a:buFontTx/>
              <a:buNone/>
              <a:tabLst/>
              <a:defRPr sz="2200" b="0">
                <a:latin typeface="Open Sans Bold"/>
                <a:ea typeface="Open Sans Bold"/>
                <a:cs typeface="Open Sans Bold"/>
                <a:sym typeface="Open Sans Bold"/>
              </a:defRPr>
            </a:pPr>
            <a:r>
              <a:rPr kumimoji="0" lang="fr-FR" sz="1000" b="1" i="0" u="none" strike="noStrike" kern="1200" cap="none" spc="0" normalizeH="0" baseline="0" noProof="0" err="1">
                <a:ln>
                  <a:noFill/>
                </a:ln>
                <a:solidFill>
                  <a:prstClr val="black"/>
                </a:solidFill>
                <a:effectLst/>
                <a:uLnTx/>
                <a:uFillTx/>
                <a:latin typeface="Open Sans Bold"/>
                <a:sym typeface="Open Sans Bold"/>
              </a:rPr>
              <a:t>Representative</a:t>
            </a:r>
            <a:r>
              <a:rPr kumimoji="0" lang="fr-FR" sz="1000" b="1" i="0" u="none" strike="noStrike" kern="1200" cap="none" spc="0" normalizeH="0" baseline="0" noProof="0">
                <a:ln>
                  <a:noFill/>
                </a:ln>
                <a:solidFill>
                  <a:prstClr val="black"/>
                </a:solidFill>
                <a:effectLst/>
                <a:uLnTx/>
                <a:uFillTx/>
                <a:latin typeface="Open Sans Bold"/>
                <a:sym typeface="Open Sans Bold"/>
              </a:rPr>
              <a:t> </a:t>
            </a:r>
            <a:r>
              <a:rPr kumimoji="0" lang="fr-FR" sz="1000" b="1" i="0" u="none" strike="noStrike" kern="1200" cap="none" spc="0" normalizeH="0" baseline="0" noProof="0" err="1">
                <a:ln>
                  <a:noFill/>
                </a:ln>
                <a:solidFill>
                  <a:prstClr val="black"/>
                </a:solidFill>
                <a:effectLst/>
                <a:uLnTx/>
                <a:uFillTx/>
                <a:latin typeface="Open Sans Bold"/>
                <a:sym typeface="Open Sans Bold"/>
              </a:rPr>
              <a:t>Projects</a:t>
            </a:r>
            <a:r>
              <a:rPr kumimoji="0" lang="fr-FR" sz="1000" b="1" i="0" u="none" strike="noStrike" kern="1200" cap="none" spc="0" normalizeH="0" baseline="0" noProof="0">
                <a:ln>
                  <a:noFill/>
                </a:ln>
                <a:solidFill>
                  <a:prstClr val="black"/>
                </a:solidFill>
                <a:effectLst/>
                <a:uLnTx/>
                <a:uFillTx/>
                <a:latin typeface="Open Sans Bold"/>
                <a:sym typeface="Open Sans Bold"/>
              </a:rPr>
              <a:t> at Deloitte</a:t>
            </a:r>
          </a:p>
        </p:txBody>
      </p:sp>
    </p:spTree>
    <p:extLst>
      <p:ext uri="{BB962C8B-B14F-4D97-AF65-F5344CB8AC3E}">
        <p14:creationId xmlns:p14="http://schemas.microsoft.com/office/powerpoint/2010/main" val="46956306"/>
      </p:ext>
    </p:extLst>
  </p:cSld>
  <p:clrMapOvr>
    <a:masterClrMapping/>
  </p:clrMapOvr>
  <p:transition>
    <p:fade/>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6BBFE413087D428BD8EE5DF5897624" ma:contentTypeVersion="28" ma:contentTypeDescription="Create a new document." ma:contentTypeScope="" ma:versionID="dc9b9ef7503f6e9eb1482d70e3e615e3">
  <xsd:schema xmlns:xsd="http://www.w3.org/2001/XMLSchema" xmlns:xs="http://www.w3.org/2001/XMLSchema" xmlns:p="http://schemas.microsoft.com/office/2006/metadata/properties" xmlns:ns2="219e5075-d7ea-4fe6-b14c-de5cb05f7e51" xmlns:ns3="fa55e756-efee-41bb-bac7-0c7530776ae9" targetNamespace="http://schemas.microsoft.com/office/2006/metadata/properties" ma:root="true" ma:fieldsID="7dec71237e9dbddd0d598b53686b2e22" ns2:_="" ns3:_="">
    <xsd:import namespace="219e5075-d7ea-4fe6-b14c-de5cb05f7e51"/>
    <xsd:import namespace="fa55e756-efee-41bb-bac7-0c7530776ae9"/>
    <xsd:element name="properties">
      <xsd:complexType>
        <xsd:sequence>
          <xsd:element name="documentManagement">
            <xsd:complexType>
              <xsd:all>
                <xsd:element ref="ns2:Tribu" minOccurs="0"/>
                <xsd:element ref="ns2:Secteur_x0020_d_x0027_activit_x00e9_" minOccurs="0"/>
                <xsd:element ref="ns2:Methode" minOccurs="0"/>
                <xsd:element ref="ns2:MediaServiceMetadata" minOccurs="0"/>
                <xsd:element ref="ns2:MediaServiceFastMetadata" minOccurs="0"/>
                <xsd:element ref="ns2:MediaServiceAutoTags" minOccurs="0"/>
                <xsd:element ref="ns2:MediaServiceDateTaken"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9e5075-d7ea-4fe6-b14c-de5cb05f7e51" elementFormDefault="qualified">
    <xsd:import namespace="http://schemas.microsoft.com/office/2006/documentManagement/types"/>
    <xsd:import namespace="http://schemas.microsoft.com/office/infopath/2007/PartnerControls"/>
    <xsd:element name="Tribu" ma:index="2" nillable="true" ma:displayName="Tribu" ma:format="Dropdown" ma:internalName="Tribu">
      <xsd:simpleType>
        <xsd:restriction base="dms:Choice">
          <xsd:enumeration value="C&amp;AD - Customer &amp; Applied Design"/>
          <xsd:enumeration value="AM&amp;C - Advertising, Marketing &amp; Commerce"/>
          <xsd:enumeration value="DC - Digital Customer"/>
        </xsd:restriction>
      </xsd:simpleType>
    </xsd:element>
    <xsd:element name="Secteur_x0020_d_x0027_activit_x00e9_" ma:index="3" nillable="true" ma:displayName="Secteur d'activité" ma:format="Dropdown" ma:internalName="Secteur_x0020_d_x0027_activit_x00e9_">
      <xsd:complexType>
        <xsd:complexContent>
          <xsd:extension base="dms:MultiChoice">
            <xsd:sequence>
              <xsd:element name="Value" maxOccurs="unbounded" minOccurs="0" nillable="true">
                <xsd:simpleType>
                  <xsd:restriction base="dms:Choice">
                    <xsd:enumeration value="Consumer"/>
                    <xsd:enumeration value="ER&amp;I"/>
                    <xsd:enumeration value="FSI"/>
                    <xsd:enumeration value="GPS"/>
                    <xsd:enumeration value="LSHC"/>
                    <xsd:enumeration value="TMT"/>
                  </xsd:restriction>
                </xsd:simpleType>
              </xsd:element>
            </xsd:sequence>
          </xsd:extension>
        </xsd:complexContent>
      </xsd:complexType>
    </xsd:element>
    <xsd:element name="Methode" ma:index="4" nillable="true" ma:displayName="Keywords" ma:internalName="Methode">
      <xsd:simpleType>
        <xsd:restriction base="dms:Note">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55e756-efee-41bb-bac7-0c7530776ae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8bf2912b-fa46-4289-8967-b88efa97b0eb}" ma:internalName="TaxCatchAll" ma:showField="CatchAllData" ma:web="fa55e756-efee-41bb-bac7-0c7530776a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8"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cteur_x0020_d_x0027_activit_x00e9_ xmlns="219e5075-d7ea-4fe6-b14c-de5cb05f7e51" xsi:nil="true"/>
    <TaxCatchAll xmlns="fa55e756-efee-41bb-bac7-0c7530776ae9" xsi:nil="true"/>
    <lcf76f155ced4ddcb4097134ff3c332f xmlns="219e5075-d7ea-4fe6-b14c-de5cb05f7e51">
      <Terms xmlns="http://schemas.microsoft.com/office/infopath/2007/PartnerControls"/>
    </lcf76f155ced4ddcb4097134ff3c332f>
    <Tribu xmlns="219e5075-d7ea-4fe6-b14c-de5cb05f7e51" xsi:nil="true"/>
    <Methode xmlns="219e5075-d7ea-4fe6-b14c-de5cb05f7e51" xsi:nil="true"/>
  </documentManagement>
</p:properties>
</file>

<file path=customXml/itemProps1.xml><?xml version="1.0" encoding="utf-8"?>
<ds:datastoreItem xmlns:ds="http://schemas.openxmlformats.org/officeDocument/2006/customXml" ds:itemID="{7C2B79C2-7064-4A30-8F5B-44D3B272B8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9e5075-d7ea-4fe6-b14c-de5cb05f7e51"/>
    <ds:schemaRef ds:uri="fa55e756-efee-41bb-bac7-0c7530776a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30CAB2-2D40-48B0-A31E-3E401AF556F2}">
  <ds:schemaRefs>
    <ds:schemaRef ds:uri="http://schemas.microsoft.com/sharepoint/v3/contenttype/forms"/>
  </ds:schemaRefs>
</ds:datastoreItem>
</file>

<file path=customXml/itemProps3.xml><?xml version="1.0" encoding="utf-8"?>
<ds:datastoreItem xmlns:ds="http://schemas.openxmlformats.org/officeDocument/2006/customXml" ds:itemID="{559E2B3B-5A96-422B-A416-7054E3CA51A4}">
  <ds:schemaRefs>
    <ds:schemaRef ds:uri="http://schemas.microsoft.com/office/2006/documentManagement/types"/>
    <ds:schemaRef ds:uri="http://purl.org/dc/elements/1.1/"/>
    <ds:schemaRef ds:uri="http://purl.org/dc/terms/"/>
    <ds:schemaRef ds:uri="http://schemas.openxmlformats.org/package/2006/metadata/core-properties"/>
    <ds:schemaRef ds:uri="http://purl.org/dc/dcmitype/"/>
    <ds:schemaRef ds:uri="http://www.w3.org/XML/1998/namespace"/>
    <ds:schemaRef ds:uri="219e5075-d7ea-4fe6-b14c-de5cb05f7e51"/>
    <ds:schemaRef ds:uri="http://schemas.microsoft.com/office/infopath/2007/PartnerControls"/>
    <ds:schemaRef ds:uri="fa55e756-efee-41bb-bac7-0c7530776ae9"/>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9</TotalTime>
  <Words>928</Words>
  <Application>Microsoft Office PowerPoint</Application>
  <PresentationFormat>Widescreen</PresentationFormat>
  <Paragraphs>149</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Calibri Light</vt:lpstr>
      <vt:lpstr>Open Sans</vt:lpstr>
      <vt:lpstr>Open Sans Bold</vt:lpstr>
      <vt:lpstr>Open Sans Light</vt:lpstr>
      <vt:lpstr>Open Sans SemiBold</vt:lpstr>
      <vt:lpstr>Thème Office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Honnore, Loic</dc:creator>
  <cp:lastModifiedBy>Roblou, Fabien</cp:lastModifiedBy>
  <cp:revision>1</cp:revision>
  <dcterms:created xsi:type="dcterms:W3CDTF">2022-10-07T09:10:05Z</dcterms:created>
  <dcterms:modified xsi:type="dcterms:W3CDTF">2024-08-20T14:13:18Z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2022-10-07T09:10:06Z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80763892-d085-431f-983d-75208954fa08</vt:lpwstr>
  </property>
  <property fmtid="{D5CDD505-2E9C-101B-9397-08002B2CF9AE}" pid="8" name="MSIP_Label_ea60d57e-af5b-4752-ac57-3e4f28ca11dc_ContentBits">
    <vt:lpwstr>0</vt:lpwstr>
  </property>
  <property fmtid="{D5CDD505-2E9C-101B-9397-08002B2CF9AE}" pid="9" name="ContentTypeId">
    <vt:lpwstr>0x010100226BBFE413087D428BD8EE5DF5897624</vt:lpwstr>
  </property>
  <property fmtid="{D5CDD505-2E9C-101B-9397-08002B2CF9AE}" pid="10" name="MediaServiceImageTags">
    <vt:lpwstr/>
  </property>
</Properties>
</file>